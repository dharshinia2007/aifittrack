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5" userDrawn="1">
          <p15:clr>
            <a:srgbClr val="A4A3A4"/>
          </p15:clr>
        </p15:guide>
        <p15:guide id="2" pos="21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65"/>
        <p:guide pos="21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FFFD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"/>
            <a:ext cx="12191390" cy="20806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-355" y="-355"/>
            <a:ext cx="12192000" cy="146050"/>
          </a:xfrm>
          <a:custGeom>
            <a:avLst/>
            <a:gdLst/>
            <a:ahLst/>
            <a:cxnLst/>
            <a:rect l="l" t="t" r="r" b="b"/>
            <a:pathLst>
              <a:path w="12192000" h="146050">
                <a:moveTo>
                  <a:pt x="12191390" y="0"/>
                </a:moveTo>
                <a:lnTo>
                  <a:pt x="0" y="0"/>
                </a:lnTo>
                <a:lnTo>
                  <a:pt x="0" y="145796"/>
                </a:lnTo>
                <a:lnTo>
                  <a:pt x="6095873" y="145796"/>
                </a:lnTo>
                <a:lnTo>
                  <a:pt x="12191390" y="145796"/>
                </a:lnTo>
                <a:lnTo>
                  <a:pt x="12191390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681" y="421551"/>
            <a:ext cx="610565" cy="61020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66635" y="438480"/>
            <a:ext cx="530860" cy="530860"/>
          </a:xfrm>
          <a:custGeom>
            <a:avLst/>
            <a:gdLst/>
            <a:ahLst/>
            <a:cxnLst/>
            <a:rect l="l" t="t" r="r" b="b"/>
            <a:pathLst>
              <a:path w="530860" h="530860">
                <a:moveTo>
                  <a:pt x="88925" y="0"/>
                </a:moveTo>
                <a:lnTo>
                  <a:pt x="44640" y="11874"/>
                </a:lnTo>
                <a:lnTo>
                  <a:pt x="12242" y="44284"/>
                </a:lnTo>
                <a:lnTo>
                  <a:pt x="368" y="88557"/>
                </a:lnTo>
                <a:lnTo>
                  <a:pt x="0" y="442074"/>
                </a:lnTo>
                <a:lnTo>
                  <a:pt x="779" y="453601"/>
                </a:lnTo>
                <a:lnTo>
                  <a:pt x="792" y="453806"/>
                </a:lnTo>
                <a:lnTo>
                  <a:pt x="3049" y="464893"/>
                </a:lnTo>
                <a:lnTo>
                  <a:pt x="3105" y="465164"/>
                </a:lnTo>
                <a:lnTo>
                  <a:pt x="6767" y="475846"/>
                </a:lnTo>
                <a:lnTo>
                  <a:pt x="6836" y="476048"/>
                </a:lnTo>
                <a:lnTo>
                  <a:pt x="34715" y="512430"/>
                </a:lnTo>
                <a:lnTo>
                  <a:pt x="77042" y="529901"/>
                </a:lnTo>
                <a:lnTo>
                  <a:pt x="88569" y="530644"/>
                </a:lnTo>
                <a:lnTo>
                  <a:pt x="442087" y="530644"/>
                </a:lnTo>
                <a:lnTo>
                  <a:pt x="453074" y="529901"/>
                </a:lnTo>
                <a:lnTo>
                  <a:pt x="453568" y="529901"/>
                </a:lnTo>
                <a:lnTo>
                  <a:pt x="496134" y="512230"/>
                </a:lnTo>
                <a:lnTo>
                  <a:pt x="523863" y="476048"/>
                </a:lnTo>
                <a:lnTo>
                  <a:pt x="523962" y="475846"/>
                </a:lnTo>
                <a:lnTo>
                  <a:pt x="527581" y="465164"/>
                </a:lnTo>
                <a:lnTo>
                  <a:pt x="527673" y="464893"/>
                </a:lnTo>
                <a:lnTo>
                  <a:pt x="529860" y="453806"/>
                </a:lnTo>
                <a:lnTo>
                  <a:pt x="529901" y="453601"/>
                </a:lnTo>
                <a:lnTo>
                  <a:pt x="530644" y="442074"/>
                </a:lnTo>
                <a:lnTo>
                  <a:pt x="530619" y="88557"/>
                </a:lnTo>
                <a:lnTo>
                  <a:pt x="518769" y="44640"/>
                </a:lnTo>
                <a:lnTo>
                  <a:pt x="486359" y="12242"/>
                </a:lnTo>
                <a:lnTo>
                  <a:pt x="442087" y="355"/>
                </a:lnTo>
                <a:lnTo>
                  <a:pt x="88925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7016" y="443420"/>
            <a:ext cx="4154804" cy="467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736" y="6512404"/>
            <a:ext cx="3336925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28521" y="6512404"/>
            <a:ext cx="340360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78" y="563651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CS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8745" y="418934"/>
            <a:ext cx="5279390" cy="423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BHARATHIYAR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ARTS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AND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SCIENCE</a:t>
            </a:r>
            <a:r>
              <a:rPr sz="1100" spc="3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COLLEGE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FOR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WOMEN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C1B33"/>
                </a:solidFill>
                <a:latin typeface="Arial MT"/>
                <a:cs typeface="Arial MT"/>
              </a:rPr>
              <a:t>(AUTONOMOUS)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Deviyakurichi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•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850" spc="19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with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Cyber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69083" y="426580"/>
            <a:ext cx="2969895" cy="528320"/>
            <a:chOff x="8569083" y="426580"/>
            <a:chExt cx="2969895" cy="52832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569083" y="426580"/>
              <a:ext cx="2969641" cy="5277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28069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60"/>
                  </a:lnTo>
                  <a:lnTo>
                    <a:pt x="594" y="375038"/>
                  </a:lnTo>
                  <a:lnTo>
                    <a:pt x="607" y="375238"/>
                  </a:lnTo>
                  <a:lnTo>
                    <a:pt x="21413" y="417377"/>
                  </a:lnTo>
                  <a:lnTo>
                    <a:pt x="63442" y="438241"/>
                  </a:lnTo>
                  <a:lnTo>
                    <a:pt x="73075" y="438848"/>
                  </a:lnTo>
                  <a:lnTo>
                    <a:pt x="2807271" y="438480"/>
                  </a:lnTo>
                  <a:lnTo>
                    <a:pt x="2851649" y="423388"/>
                  </a:lnTo>
                  <a:lnTo>
                    <a:pt x="2874812" y="393656"/>
                  </a:lnTo>
                  <a:lnTo>
                    <a:pt x="2874889" y="393500"/>
                  </a:lnTo>
                  <a:lnTo>
                    <a:pt x="2877869" y="384616"/>
                  </a:lnTo>
                  <a:lnTo>
                    <a:pt x="2877929" y="384438"/>
                  </a:lnTo>
                  <a:lnTo>
                    <a:pt x="2879713" y="375238"/>
                  </a:lnTo>
                  <a:lnTo>
                    <a:pt x="2879752" y="375038"/>
                  </a:lnTo>
                  <a:lnTo>
                    <a:pt x="2880337" y="365760"/>
                  </a:lnTo>
                  <a:lnTo>
                    <a:pt x="2880360" y="365404"/>
                  </a:lnTo>
                  <a:lnTo>
                    <a:pt x="2879991" y="73088"/>
                  </a:lnTo>
                  <a:lnTo>
                    <a:pt x="2864900" y="28710"/>
                  </a:lnTo>
                  <a:lnTo>
                    <a:pt x="2825950" y="2430"/>
                  </a:lnTo>
                  <a:lnTo>
                    <a:pt x="2816549" y="607"/>
                  </a:lnTo>
                  <a:lnTo>
                    <a:pt x="2806915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806915" y="0"/>
                  </a:lnTo>
                  <a:lnTo>
                    <a:pt x="2851443" y="15109"/>
                  </a:lnTo>
                  <a:lnTo>
                    <a:pt x="2877562" y="54232"/>
                  </a:lnTo>
                  <a:lnTo>
                    <a:pt x="2879991" y="73088"/>
                  </a:lnTo>
                  <a:lnTo>
                    <a:pt x="2880360" y="365404"/>
                  </a:lnTo>
                  <a:lnTo>
                    <a:pt x="2879752" y="375038"/>
                  </a:lnTo>
                  <a:lnTo>
                    <a:pt x="2877929" y="384438"/>
                  </a:lnTo>
                  <a:lnTo>
                    <a:pt x="2851649" y="423388"/>
                  </a:lnTo>
                  <a:lnTo>
                    <a:pt x="280727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A2D5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927541" y="578421"/>
            <a:ext cx="226441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NAAN</a:t>
            </a:r>
            <a:r>
              <a:rPr sz="750" spc="5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MUDHALVAN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137CB0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7075" y="1441069"/>
            <a:ext cx="1598295" cy="418465"/>
            <a:chOff x="577075" y="1441069"/>
            <a:chExt cx="1598295" cy="41846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075" y="1441069"/>
              <a:ext cx="1598041" cy="4179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145368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80" y="21420"/>
                  </a:lnTo>
                  <a:lnTo>
                    <a:pt x="0" y="54711"/>
                  </a:lnTo>
                  <a:lnTo>
                    <a:pt x="0" y="274319"/>
                  </a:lnTo>
                  <a:lnTo>
                    <a:pt x="453" y="281167"/>
                  </a:lnTo>
                  <a:lnTo>
                    <a:pt x="467" y="281378"/>
                  </a:lnTo>
                  <a:lnTo>
                    <a:pt x="1803" y="288178"/>
                  </a:lnTo>
                  <a:lnTo>
                    <a:pt x="1847" y="288402"/>
                  </a:lnTo>
                  <a:lnTo>
                    <a:pt x="4002" y="294918"/>
                  </a:lnTo>
                  <a:lnTo>
                    <a:pt x="33769" y="324932"/>
                  </a:lnTo>
                  <a:lnTo>
                    <a:pt x="48078" y="328675"/>
                  </a:lnTo>
                  <a:lnTo>
                    <a:pt x="49224" y="328675"/>
                  </a:lnTo>
                  <a:lnTo>
                    <a:pt x="54724" y="329031"/>
                  </a:lnTo>
                  <a:lnTo>
                    <a:pt x="1454048" y="328675"/>
                  </a:lnTo>
                  <a:lnTo>
                    <a:pt x="1492700" y="312750"/>
                  </a:lnTo>
                  <a:lnTo>
                    <a:pt x="1506841" y="288402"/>
                  </a:lnTo>
                  <a:lnTo>
                    <a:pt x="1506916" y="288178"/>
                  </a:lnTo>
                  <a:lnTo>
                    <a:pt x="1508252" y="281378"/>
                  </a:lnTo>
                  <a:lnTo>
                    <a:pt x="1508293" y="281167"/>
                  </a:lnTo>
                  <a:lnTo>
                    <a:pt x="1508736" y="274319"/>
                  </a:lnTo>
                  <a:lnTo>
                    <a:pt x="1508404" y="54711"/>
                  </a:lnTo>
                  <a:lnTo>
                    <a:pt x="1492478" y="16059"/>
                  </a:lnTo>
                  <a:lnTo>
                    <a:pt x="1460896" y="466"/>
                  </a:lnTo>
                  <a:lnTo>
                    <a:pt x="1453680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0" y="54711"/>
                  </a:moveTo>
                  <a:lnTo>
                    <a:pt x="467" y="47502"/>
                  </a:lnTo>
                  <a:lnTo>
                    <a:pt x="1847" y="40495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453680" y="0"/>
                  </a:lnTo>
                  <a:lnTo>
                    <a:pt x="1492478" y="16059"/>
                  </a:lnTo>
                  <a:lnTo>
                    <a:pt x="1508404" y="54711"/>
                  </a:lnTo>
                  <a:lnTo>
                    <a:pt x="1508759" y="273951"/>
                  </a:lnTo>
                  <a:lnTo>
                    <a:pt x="1508293" y="281167"/>
                  </a:lnTo>
                  <a:lnTo>
                    <a:pt x="1506916" y="288178"/>
                  </a:lnTo>
                  <a:lnTo>
                    <a:pt x="1481404" y="321475"/>
                  </a:lnTo>
                  <a:lnTo>
                    <a:pt x="54724" y="329031"/>
                  </a:lnTo>
                  <a:lnTo>
                    <a:pt x="15936" y="312972"/>
                  </a:lnTo>
                  <a:lnTo>
                    <a:pt x="0" y="274319"/>
                  </a:lnTo>
                  <a:lnTo>
                    <a:pt x="0" y="54711"/>
                  </a:lnTo>
                  <a:close/>
                </a:path>
              </a:pathLst>
            </a:custGeom>
            <a:ln w="9359">
              <a:solidFill>
                <a:srgbClr val="AEDB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13942" y="1547901"/>
            <a:ext cx="92265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AI</a:t>
            </a:r>
            <a:r>
              <a:rPr sz="800" spc="3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BACKEND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37CB0"/>
                </a:solidFill>
                <a:latin typeface="Arial MT"/>
                <a:cs typeface="Arial MT"/>
              </a:rPr>
              <a:t>API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665" y="1977745"/>
            <a:ext cx="413639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AI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C1B33"/>
                </a:solidFill>
                <a:latin typeface="Arial MT"/>
                <a:cs typeface="Arial MT"/>
              </a:rPr>
              <a:t>API</a:t>
            </a:r>
            <a:endParaRPr sz="3400">
              <a:latin typeface="Arial MT"/>
              <a:cs typeface="Arial MT"/>
            </a:endParaRPr>
          </a:p>
          <a:p>
            <a:pPr marL="30480" marR="5080">
              <a:lnSpc>
                <a:spcPct val="100000"/>
              </a:lnSpc>
              <a:spcBef>
                <a:spcPts val="2235"/>
              </a:spcBef>
            </a:pP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AI-powered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REST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API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for</a:t>
            </a:r>
            <a:r>
              <a:rPr sz="1300" spc="8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intelligent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blog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creation,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content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management,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AI-assisted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writing.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601126" y="1491830"/>
            <a:ext cx="2594610" cy="2594610"/>
            <a:chOff x="8601126" y="1491830"/>
            <a:chExt cx="2594610" cy="25946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1126" y="1491830"/>
              <a:ext cx="2594521" cy="25941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80" y="1508760"/>
              <a:ext cx="2514600" cy="2514600"/>
            </a:xfrm>
            <a:custGeom>
              <a:avLst/>
              <a:gdLst/>
              <a:ahLst/>
              <a:cxnLst/>
              <a:rect l="l" t="t" r="r" b="b"/>
              <a:pathLst>
                <a:path w="2514600" h="2514600">
                  <a:moveTo>
                    <a:pt x="1257477" y="0"/>
                  </a:moveTo>
                  <a:lnTo>
                    <a:pt x="1206554" y="1026"/>
                  </a:lnTo>
                  <a:lnTo>
                    <a:pt x="1155842" y="4094"/>
                  </a:lnTo>
                  <a:lnTo>
                    <a:pt x="1105400" y="9189"/>
                  </a:lnTo>
                  <a:lnTo>
                    <a:pt x="1055285" y="16294"/>
                  </a:lnTo>
                  <a:lnTo>
                    <a:pt x="1005556" y="25395"/>
                  </a:lnTo>
                  <a:lnTo>
                    <a:pt x="956271" y="36474"/>
                  </a:lnTo>
                  <a:lnTo>
                    <a:pt x="907487" y="49517"/>
                  </a:lnTo>
                  <a:lnTo>
                    <a:pt x="859263" y="64507"/>
                  </a:lnTo>
                  <a:lnTo>
                    <a:pt x="811656" y="81429"/>
                  </a:lnTo>
                  <a:lnTo>
                    <a:pt x="764724" y="100268"/>
                  </a:lnTo>
                  <a:lnTo>
                    <a:pt x="718526" y="121006"/>
                  </a:lnTo>
                  <a:lnTo>
                    <a:pt x="673118" y="143630"/>
                  </a:lnTo>
                  <a:lnTo>
                    <a:pt x="628561" y="168122"/>
                  </a:lnTo>
                  <a:lnTo>
                    <a:pt x="585029" y="194475"/>
                  </a:lnTo>
                  <a:lnTo>
                    <a:pt x="542692" y="222497"/>
                  </a:lnTo>
                  <a:lnTo>
                    <a:pt x="501594" y="252146"/>
                  </a:lnTo>
                  <a:lnTo>
                    <a:pt x="461779" y="283378"/>
                  </a:lnTo>
                  <a:lnTo>
                    <a:pt x="423291" y="316150"/>
                  </a:lnTo>
                  <a:lnTo>
                    <a:pt x="386174" y="350418"/>
                  </a:lnTo>
                  <a:lnTo>
                    <a:pt x="350473" y="386139"/>
                  </a:lnTo>
                  <a:lnTo>
                    <a:pt x="316232" y="423270"/>
                  </a:lnTo>
                  <a:lnTo>
                    <a:pt x="283496" y="461768"/>
                  </a:lnTo>
                  <a:lnTo>
                    <a:pt x="252308" y="501590"/>
                  </a:lnTo>
                  <a:lnTo>
                    <a:pt x="222713" y="542691"/>
                  </a:lnTo>
                  <a:lnTo>
                    <a:pt x="194755" y="585029"/>
                  </a:lnTo>
                  <a:lnTo>
                    <a:pt x="168478" y="628561"/>
                  </a:lnTo>
                  <a:lnTo>
                    <a:pt x="143909" y="673118"/>
                  </a:lnTo>
                  <a:lnTo>
                    <a:pt x="121222" y="718524"/>
                  </a:lnTo>
                  <a:lnTo>
                    <a:pt x="100430" y="764720"/>
                  </a:lnTo>
                  <a:lnTo>
                    <a:pt x="81547" y="811645"/>
                  </a:lnTo>
                  <a:lnTo>
                    <a:pt x="64590" y="859242"/>
                  </a:lnTo>
                  <a:lnTo>
                    <a:pt x="49572" y="907452"/>
                  </a:lnTo>
                  <a:lnTo>
                    <a:pt x="36509" y="956216"/>
                  </a:lnTo>
                  <a:lnTo>
                    <a:pt x="25415" y="1005474"/>
                  </a:lnTo>
                  <a:lnTo>
                    <a:pt x="16305" y="1055167"/>
                  </a:lnTo>
                  <a:lnTo>
                    <a:pt x="9193" y="1105238"/>
                  </a:lnTo>
                  <a:lnTo>
                    <a:pt x="4096" y="1155627"/>
                  </a:lnTo>
                  <a:lnTo>
                    <a:pt x="1026" y="1206274"/>
                  </a:lnTo>
                  <a:lnTo>
                    <a:pt x="0" y="1257122"/>
                  </a:lnTo>
                  <a:lnTo>
                    <a:pt x="1026" y="1307967"/>
                  </a:lnTo>
                  <a:lnTo>
                    <a:pt x="4096" y="1358613"/>
                  </a:lnTo>
                  <a:lnTo>
                    <a:pt x="9193" y="1409000"/>
                  </a:lnTo>
                  <a:lnTo>
                    <a:pt x="16305" y="1459070"/>
                  </a:lnTo>
                  <a:lnTo>
                    <a:pt x="25415" y="1508764"/>
                  </a:lnTo>
                  <a:lnTo>
                    <a:pt x="36509" y="1558023"/>
                  </a:lnTo>
                  <a:lnTo>
                    <a:pt x="49572" y="1606787"/>
                  </a:lnTo>
                  <a:lnTo>
                    <a:pt x="64590" y="1654997"/>
                  </a:lnTo>
                  <a:lnTo>
                    <a:pt x="81547" y="1702596"/>
                  </a:lnTo>
                  <a:lnTo>
                    <a:pt x="100430" y="1749522"/>
                  </a:lnTo>
                  <a:lnTo>
                    <a:pt x="121222" y="1795718"/>
                  </a:lnTo>
                  <a:lnTo>
                    <a:pt x="143909" y="1841125"/>
                  </a:lnTo>
                  <a:lnTo>
                    <a:pt x="168478" y="1885683"/>
                  </a:lnTo>
                  <a:lnTo>
                    <a:pt x="194755" y="1929214"/>
                  </a:lnTo>
                  <a:lnTo>
                    <a:pt x="222713" y="1971552"/>
                  </a:lnTo>
                  <a:lnTo>
                    <a:pt x="252308" y="2012652"/>
                  </a:lnTo>
                  <a:lnTo>
                    <a:pt x="283496" y="2052473"/>
                  </a:lnTo>
                  <a:lnTo>
                    <a:pt x="316232" y="2090970"/>
                  </a:lnTo>
                  <a:lnTo>
                    <a:pt x="350473" y="2128100"/>
                  </a:lnTo>
                  <a:lnTo>
                    <a:pt x="386174" y="2163821"/>
                  </a:lnTo>
                  <a:lnTo>
                    <a:pt x="423291" y="2198088"/>
                  </a:lnTo>
                  <a:lnTo>
                    <a:pt x="461779" y="2230860"/>
                  </a:lnTo>
                  <a:lnTo>
                    <a:pt x="501594" y="2262092"/>
                  </a:lnTo>
                  <a:lnTo>
                    <a:pt x="542692" y="2291742"/>
                  </a:lnTo>
                  <a:lnTo>
                    <a:pt x="585029" y="2319766"/>
                  </a:lnTo>
                  <a:lnTo>
                    <a:pt x="628561" y="2346121"/>
                  </a:lnTo>
                  <a:lnTo>
                    <a:pt x="673118" y="2370620"/>
                  </a:lnTo>
                  <a:lnTo>
                    <a:pt x="718526" y="2393260"/>
                  </a:lnTo>
                  <a:lnTo>
                    <a:pt x="764724" y="2414024"/>
                  </a:lnTo>
                  <a:lnTo>
                    <a:pt x="811656" y="2432894"/>
                  </a:lnTo>
                  <a:lnTo>
                    <a:pt x="859263" y="2449854"/>
                  </a:lnTo>
                  <a:lnTo>
                    <a:pt x="907487" y="2464884"/>
                  </a:lnTo>
                  <a:lnTo>
                    <a:pt x="956271" y="2477968"/>
                  </a:lnTo>
                  <a:lnTo>
                    <a:pt x="1005556" y="2489087"/>
                  </a:lnTo>
                  <a:lnTo>
                    <a:pt x="1055285" y="2498224"/>
                  </a:lnTo>
                  <a:lnTo>
                    <a:pt x="1105400" y="2505362"/>
                  </a:lnTo>
                  <a:lnTo>
                    <a:pt x="1155842" y="2510482"/>
                  </a:lnTo>
                  <a:lnTo>
                    <a:pt x="1206554" y="2513567"/>
                  </a:lnTo>
                  <a:lnTo>
                    <a:pt x="1257477" y="2514600"/>
                  </a:lnTo>
                  <a:lnTo>
                    <a:pt x="1308325" y="2513567"/>
                  </a:lnTo>
                  <a:lnTo>
                    <a:pt x="1358972" y="2510482"/>
                  </a:lnTo>
                  <a:lnTo>
                    <a:pt x="1409361" y="2505362"/>
                  </a:lnTo>
                  <a:lnTo>
                    <a:pt x="1459432" y="2498224"/>
                  </a:lnTo>
                  <a:lnTo>
                    <a:pt x="1509125" y="2489087"/>
                  </a:lnTo>
                  <a:lnTo>
                    <a:pt x="1558383" y="2477968"/>
                  </a:lnTo>
                  <a:lnTo>
                    <a:pt x="1607147" y="2464884"/>
                  </a:lnTo>
                  <a:lnTo>
                    <a:pt x="1655357" y="2449854"/>
                  </a:lnTo>
                  <a:lnTo>
                    <a:pt x="1702954" y="2432894"/>
                  </a:lnTo>
                  <a:lnTo>
                    <a:pt x="1749879" y="2414024"/>
                  </a:lnTo>
                  <a:lnTo>
                    <a:pt x="1796075" y="2393260"/>
                  </a:lnTo>
                  <a:lnTo>
                    <a:pt x="1841481" y="2370620"/>
                  </a:lnTo>
                  <a:lnTo>
                    <a:pt x="1886038" y="2346121"/>
                  </a:lnTo>
                  <a:lnTo>
                    <a:pt x="1929570" y="2319766"/>
                  </a:lnTo>
                  <a:lnTo>
                    <a:pt x="1971907" y="2291742"/>
                  </a:lnTo>
                  <a:lnTo>
                    <a:pt x="2013005" y="2262092"/>
                  </a:lnTo>
                  <a:lnTo>
                    <a:pt x="2052820" y="2230860"/>
                  </a:lnTo>
                  <a:lnTo>
                    <a:pt x="2091308" y="2198088"/>
                  </a:lnTo>
                  <a:lnTo>
                    <a:pt x="2128425" y="2163821"/>
                  </a:lnTo>
                  <a:lnTo>
                    <a:pt x="2164126" y="2128100"/>
                  </a:lnTo>
                  <a:lnTo>
                    <a:pt x="2198367" y="2090970"/>
                  </a:lnTo>
                  <a:lnTo>
                    <a:pt x="2231103" y="2052473"/>
                  </a:lnTo>
                  <a:lnTo>
                    <a:pt x="2262291" y="2012652"/>
                  </a:lnTo>
                  <a:lnTo>
                    <a:pt x="2291886" y="1971552"/>
                  </a:lnTo>
                  <a:lnTo>
                    <a:pt x="2319844" y="1929214"/>
                  </a:lnTo>
                  <a:lnTo>
                    <a:pt x="2346121" y="1885683"/>
                  </a:lnTo>
                  <a:lnTo>
                    <a:pt x="2370690" y="1841125"/>
                  </a:lnTo>
                  <a:lnTo>
                    <a:pt x="2393377" y="1795718"/>
                  </a:lnTo>
                  <a:lnTo>
                    <a:pt x="2414169" y="1749522"/>
                  </a:lnTo>
                  <a:lnTo>
                    <a:pt x="2433052" y="1702596"/>
                  </a:lnTo>
                  <a:lnTo>
                    <a:pt x="2450009" y="1654997"/>
                  </a:lnTo>
                  <a:lnTo>
                    <a:pt x="2465027" y="1606787"/>
                  </a:lnTo>
                  <a:lnTo>
                    <a:pt x="2478090" y="1558023"/>
                  </a:lnTo>
                  <a:lnTo>
                    <a:pt x="2489184" y="1508764"/>
                  </a:lnTo>
                  <a:lnTo>
                    <a:pt x="2498294" y="1459070"/>
                  </a:lnTo>
                  <a:lnTo>
                    <a:pt x="2505406" y="1409000"/>
                  </a:lnTo>
                  <a:lnTo>
                    <a:pt x="2510503" y="1358613"/>
                  </a:lnTo>
                  <a:lnTo>
                    <a:pt x="2513573" y="1307967"/>
                  </a:lnTo>
                  <a:lnTo>
                    <a:pt x="2514600" y="1257122"/>
                  </a:lnTo>
                  <a:lnTo>
                    <a:pt x="2513573" y="1206274"/>
                  </a:lnTo>
                  <a:lnTo>
                    <a:pt x="2510503" y="1155627"/>
                  </a:lnTo>
                  <a:lnTo>
                    <a:pt x="2505406" y="1105238"/>
                  </a:lnTo>
                  <a:lnTo>
                    <a:pt x="2498294" y="1055167"/>
                  </a:lnTo>
                  <a:lnTo>
                    <a:pt x="2489184" y="1005474"/>
                  </a:lnTo>
                  <a:lnTo>
                    <a:pt x="2478090" y="956216"/>
                  </a:lnTo>
                  <a:lnTo>
                    <a:pt x="2465027" y="907452"/>
                  </a:lnTo>
                  <a:lnTo>
                    <a:pt x="2450009" y="859242"/>
                  </a:lnTo>
                  <a:lnTo>
                    <a:pt x="2433052" y="811645"/>
                  </a:lnTo>
                  <a:lnTo>
                    <a:pt x="2414169" y="764720"/>
                  </a:lnTo>
                  <a:lnTo>
                    <a:pt x="2393377" y="718524"/>
                  </a:lnTo>
                  <a:lnTo>
                    <a:pt x="2370690" y="673118"/>
                  </a:lnTo>
                  <a:lnTo>
                    <a:pt x="2346121" y="628561"/>
                  </a:lnTo>
                  <a:lnTo>
                    <a:pt x="2319844" y="585029"/>
                  </a:lnTo>
                  <a:lnTo>
                    <a:pt x="2291886" y="542691"/>
                  </a:lnTo>
                  <a:lnTo>
                    <a:pt x="2262291" y="501590"/>
                  </a:lnTo>
                  <a:lnTo>
                    <a:pt x="2231103" y="461768"/>
                  </a:lnTo>
                  <a:lnTo>
                    <a:pt x="2198367" y="423270"/>
                  </a:lnTo>
                  <a:lnTo>
                    <a:pt x="2164126" y="386139"/>
                  </a:lnTo>
                  <a:lnTo>
                    <a:pt x="2128425" y="350418"/>
                  </a:lnTo>
                  <a:lnTo>
                    <a:pt x="2091308" y="316150"/>
                  </a:lnTo>
                  <a:lnTo>
                    <a:pt x="2052820" y="283378"/>
                  </a:lnTo>
                  <a:lnTo>
                    <a:pt x="2013005" y="252146"/>
                  </a:lnTo>
                  <a:lnTo>
                    <a:pt x="1971907" y="222497"/>
                  </a:lnTo>
                  <a:lnTo>
                    <a:pt x="1929570" y="194475"/>
                  </a:lnTo>
                  <a:lnTo>
                    <a:pt x="1886038" y="168122"/>
                  </a:lnTo>
                  <a:lnTo>
                    <a:pt x="1841481" y="143630"/>
                  </a:lnTo>
                  <a:lnTo>
                    <a:pt x="1796075" y="121006"/>
                  </a:lnTo>
                  <a:lnTo>
                    <a:pt x="1749879" y="100268"/>
                  </a:lnTo>
                  <a:lnTo>
                    <a:pt x="1702954" y="81429"/>
                  </a:lnTo>
                  <a:lnTo>
                    <a:pt x="1655357" y="64507"/>
                  </a:lnTo>
                  <a:lnTo>
                    <a:pt x="1607147" y="49517"/>
                  </a:lnTo>
                  <a:lnTo>
                    <a:pt x="1558383" y="36474"/>
                  </a:lnTo>
                  <a:lnTo>
                    <a:pt x="1509125" y="25395"/>
                  </a:lnTo>
                  <a:lnTo>
                    <a:pt x="1459432" y="16294"/>
                  </a:lnTo>
                  <a:lnTo>
                    <a:pt x="1409361" y="9189"/>
                  </a:lnTo>
                  <a:lnTo>
                    <a:pt x="1358972" y="4094"/>
                  </a:lnTo>
                  <a:lnTo>
                    <a:pt x="1308325" y="1026"/>
                  </a:lnTo>
                  <a:lnTo>
                    <a:pt x="1257477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2042" y="2012746"/>
              <a:ext cx="1542961" cy="154261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161996" y="2029675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39">
                  <a:moveTo>
                    <a:pt x="731520" y="0"/>
                  </a:moveTo>
                  <a:lnTo>
                    <a:pt x="683469" y="1579"/>
                  </a:lnTo>
                  <a:lnTo>
                    <a:pt x="635797" y="6289"/>
                  </a:lnTo>
                  <a:lnTo>
                    <a:pt x="588647" y="14088"/>
                  </a:lnTo>
                  <a:lnTo>
                    <a:pt x="542162" y="24933"/>
                  </a:lnTo>
                  <a:lnTo>
                    <a:pt x="496488" y="38782"/>
                  </a:lnTo>
                  <a:lnTo>
                    <a:pt x="451767" y="55592"/>
                  </a:lnTo>
                  <a:lnTo>
                    <a:pt x="408143" y="75322"/>
                  </a:lnTo>
                  <a:lnTo>
                    <a:pt x="365759" y="97929"/>
                  </a:lnTo>
                  <a:lnTo>
                    <a:pt x="324956" y="123376"/>
                  </a:lnTo>
                  <a:lnTo>
                    <a:pt x="286044" y="151320"/>
                  </a:lnTo>
                  <a:lnTo>
                    <a:pt x="249123" y="181660"/>
                  </a:lnTo>
                  <a:lnTo>
                    <a:pt x="214295" y="214295"/>
                  </a:lnTo>
                  <a:lnTo>
                    <a:pt x="181660" y="249123"/>
                  </a:lnTo>
                  <a:lnTo>
                    <a:pt x="151320" y="286044"/>
                  </a:lnTo>
                  <a:lnTo>
                    <a:pt x="123376" y="324956"/>
                  </a:lnTo>
                  <a:lnTo>
                    <a:pt x="97929" y="365760"/>
                  </a:lnTo>
                  <a:lnTo>
                    <a:pt x="75322" y="408143"/>
                  </a:lnTo>
                  <a:lnTo>
                    <a:pt x="55592" y="451767"/>
                  </a:lnTo>
                  <a:lnTo>
                    <a:pt x="38782" y="496488"/>
                  </a:lnTo>
                  <a:lnTo>
                    <a:pt x="24933" y="542163"/>
                  </a:lnTo>
                  <a:lnTo>
                    <a:pt x="14088" y="588647"/>
                  </a:lnTo>
                  <a:lnTo>
                    <a:pt x="6289" y="635797"/>
                  </a:lnTo>
                  <a:lnTo>
                    <a:pt x="1579" y="683469"/>
                  </a:lnTo>
                  <a:lnTo>
                    <a:pt x="0" y="731519"/>
                  </a:lnTo>
                  <a:lnTo>
                    <a:pt x="1579" y="779574"/>
                  </a:lnTo>
                  <a:lnTo>
                    <a:pt x="6289" y="827248"/>
                  </a:lnTo>
                  <a:lnTo>
                    <a:pt x="14088" y="874398"/>
                  </a:lnTo>
                  <a:lnTo>
                    <a:pt x="24933" y="920881"/>
                  </a:lnTo>
                  <a:lnTo>
                    <a:pt x="38782" y="966554"/>
                  </a:lnTo>
                  <a:lnTo>
                    <a:pt x="55592" y="1011274"/>
                  </a:lnTo>
                  <a:lnTo>
                    <a:pt x="75322" y="1054897"/>
                  </a:lnTo>
                  <a:lnTo>
                    <a:pt x="97929" y="1097279"/>
                  </a:lnTo>
                  <a:lnTo>
                    <a:pt x="123376" y="1138083"/>
                  </a:lnTo>
                  <a:lnTo>
                    <a:pt x="151320" y="1176997"/>
                  </a:lnTo>
                  <a:lnTo>
                    <a:pt x="181660" y="1213920"/>
                  </a:lnTo>
                  <a:lnTo>
                    <a:pt x="214295" y="1248751"/>
                  </a:lnTo>
                  <a:lnTo>
                    <a:pt x="249123" y="1281388"/>
                  </a:lnTo>
                  <a:lnTo>
                    <a:pt x="286044" y="1311730"/>
                  </a:lnTo>
                  <a:lnTo>
                    <a:pt x="324956" y="1339675"/>
                  </a:lnTo>
                  <a:lnTo>
                    <a:pt x="365759" y="1365123"/>
                  </a:lnTo>
                  <a:lnTo>
                    <a:pt x="408143" y="1387729"/>
                  </a:lnTo>
                  <a:lnTo>
                    <a:pt x="451767" y="1407458"/>
                  </a:lnTo>
                  <a:lnTo>
                    <a:pt x="496488" y="1424266"/>
                  </a:lnTo>
                  <a:lnTo>
                    <a:pt x="542163" y="1438113"/>
                  </a:lnTo>
                  <a:lnTo>
                    <a:pt x="588647" y="1448955"/>
                  </a:lnTo>
                  <a:lnTo>
                    <a:pt x="635797" y="1456752"/>
                  </a:lnTo>
                  <a:lnTo>
                    <a:pt x="683469" y="1461461"/>
                  </a:lnTo>
                  <a:lnTo>
                    <a:pt x="731520" y="1463039"/>
                  </a:lnTo>
                  <a:lnTo>
                    <a:pt x="779574" y="1461461"/>
                  </a:lnTo>
                  <a:lnTo>
                    <a:pt x="827248" y="1456752"/>
                  </a:lnTo>
                  <a:lnTo>
                    <a:pt x="874398" y="1448955"/>
                  </a:lnTo>
                  <a:lnTo>
                    <a:pt x="920881" y="1438113"/>
                  </a:lnTo>
                  <a:lnTo>
                    <a:pt x="966554" y="1424266"/>
                  </a:lnTo>
                  <a:lnTo>
                    <a:pt x="1011274" y="1407458"/>
                  </a:lnTo>
                  <a:lnTo>
                    <a:pt x="1054897" y="1387729"/>
                  </a:lnTo>
                  <a:lnTo>
                    <a:pt x="1097279" y="1365123"/>
                  </a:lnTo>
                  <a:lnTo>
                    <a:pt x="1138083" y="1339675"/>
                  </a:lnTo>
                  <a:lnTo>
                    <a:pt x="1176997" y="1311730"/>
                  </a:lnTo>
                  <a:lnTo>
                    <a:pt x="1213920" y="1281388"/>
                  </a:lnTo>
                  <a:lnTo>
                    <a:pt x="1248751" y="1248751"/>
                  </a:lnTo>
                  <a:lnTo>
                    <a:pt x="1281388" y="1213920"/>
                  </a:lnTo>
                  <a:lnTo>
                    <a:pt x="1311730" y="1176997"/>
                  </a:lnTo>
                  <a:lnTo>
                    <a:pt x="1339675" y="1138083"/>
                  </a:lnTo>
                  <a:lnTo>
                    <a:pt x="1365123" y="1097279"/>
                  </a:lnTo>
                  <a:lnTo>
                    <a:pt x="1387729" y="1054897"/>
                  </a:lnTo>
                  <a:lnTo>
                    <a:pt x="1407458" y="1011274"/>
                  </a:lnTo>
                  <a:lnTo>
                    <a:pt x="1424266" y="966554"/>
                  </a:lnTo>
                  <a:lnTo>
                    <a:pt x="1438113" y="920881"/>
                  </a:lnTo>
                  <a:lnTo>
                    <a:pt x="1448955" y="874398"/>
                  </a:lnTo>
                  <a:lnTo>
                    <a:pt x="1456752" y="827248"/>
                  </a:lnTo>
                  <a:lnTo>
                    <a:pt x="1461461" y="779574"/>
                  </a:lnTo>
                  <a:lnTo>
                    <a:pt x="1463039" y="731519"/>
                  </a:lnTo>
                  <a:lnTo>
                    <a:pt x="1461461" y="683469"/>
                  </a:lnTo>
                  <a:lnTo>
                    <a:pt x="1456752" y="635797"/>
                  </a:lnTo>
                  <a:lnTo>
                    <a:pt x="1448955" y="588647"/>
                  </a:lnTo>
                  <a:lnTo>
                    <a:pt x="1438113" y="542163"/>
                  </a:lnTo>
                  <a:lnTo>
                    <a:pt x="1424266" y="496488"/>
                  </a:lnTo>
                  <a:lnTo>
                    <a:pt x="1407458" y="451767"/>
                  </a:lnTo>
                  <a:lnTo>
                    <a:pt x="1387729" y="408143"/>
                  </a:lnTo>
                  <a:lnTo>
                    <a:pt x="1365123" y="365760"/>
                  </a:lnTo>
                  <a:lnTo>
                    <a:pt x="1339675" y="324956"/>
                  </a:lnTo>
                  <a:lnTo>
                    <a:pt x="1311730" y="286044"/>
                  </a:lnTo>
                  <a:lnTo>
                    <a:pt x="1281388" y="249123"/>
                  </a:lnTo>
                  <a:lnTo>
                    <a:pt x="1248751" y="214295"/>
                  </a:lnTo>
                  <a:lnTo>
                    <a:pt x="1213920" y="181660"/>
                  </a:lnTo>
                  <a:lnTo>
                    <a:pt x="1176997" y="151320"/>
                  </a:lnTo>
                  <a:lnTo>
                    <a:pt x="1138083" y="123376"/>
                  </a:lnTo>
                  <a:lnTo>
                    <a:pt x="1097279" y="97929"/>
                  </a:lnTo>
                  <a:lnTo>
                    <a:pt x="1054897" y="75322"/>
                  </a:lnTo>
                  <a:lnTo>
                    <a:pt x="1011274" y="55592"/>
                  </a:lnTo>
                  <a:lnTo>
                    <a:pt x="966554" y="38782"/>
                  </a:lnTo>
                  <a:lnTo>
                    <a:pt x="920881" y="24933"/>
                  </a:lnTo>
                  <a:lnTo>
                    <a:pt x="874398" y="14088"/>
                  </a:lnTo>
                  <a:lnTo>
                    <a:pt x="827248" y="6289"/>
                  </a:lnTo>
                  <a:lnTo>
                    <a:pt x="779574" y="1579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467901" y="2220065"/>
            <a:ext cx="859155" cy="83311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2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9757" y="3530511"/>
            <a:ext cx="1315085" cy="464184"/>
            <a:chOff x="599757" y="3530511"/>
            <a:chExt cx="1315085" cy="464184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757" y="3530511"/>
              <a:ext cx="131471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9724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320395"/>
                  </a:lnTo>
                  <a:lnTo>
                    <a:pt x="538" y="328745"/>
                  </a:lnTo>
                  <a:lnTo>
                    <a:pt x="18735" y="365626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1170711" y="384479"/>
                  </a:lnTo>
                  <a:lnTo>
                    <a:pt x="1209753" y="371122"/>
                  </a:lnTo>
                  <a:lnTo>
                    <a:pt x="1232635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37CB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055420" y="3643820"/>
            <a:ext cx="403225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Node.js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953005" y="3530511"/>
            <a:ext cx="1315085" cy="464184"/>
            <a:chOff x="1953005" y="3530511"/>
            <a:chExt cx="1315085" cy="464184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3005" y="3530511"/>
              <a:ext cx="1314716" cy="46404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9296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B9B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36660" y="3643820"/>
            <a:ext cx="5461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Express.js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71125" y="3530511"/>
            <a:ext cx="1315085" cy="464184"/>
            <a:chOff x="3471125" y="3530511"/>
            <a:chExt cx="1315085" cy="464184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1125" y="3530511"/>
              <a:ext cx="1314716" cy="46404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511079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61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8" y="25402"/>
                  </a:lnTo>
                  <a:lnTo>
                    <a:pt x="1187278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862336" y="3643820"/>
            <a:ext cx="53086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MongoDB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79085" y="3530511"/>
            <a:ext cx="1315085" cy="464184"/>
            <a:chOff x="4879085" y="3530511"/>
            <a:chExt cx="1315085" cy="464184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9085" y="3530511"/>
              <a:ext cx="1314716" cy="46404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1904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C1B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275694" y="3643820"/>
            <a:ext cx="5207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solidFill>
                  <a:srgbClr val="FFFFFF"/>
                </a:solidFill>
                <a:latin typeface="Arial MT"/>
                <a:cs typeface="Arial MT"/>
              </a:rPr>
              <a:t>Gemini</a:t>
            </a:r>
            <a:r>
              <a:rPr sz="8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69454" y="4322000"/>
            <a:ext cx="11017250" cy="1442720"/>
            <a:chOff x="576719" y="4202620"/>
            <a:chExt cx="11017250" cy="1442720"/>
          </a:xfrm>
        </p:grpSpPr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719" y="4202620"/>
              <a:ext cx="11016716" cy="144254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226085" y="0"/>
                  </a:moveTo>
                  <a:lnTo>
                    <a:pt x="167535" y="7694"/>
                  </a:lnTo>
                  <a:lnTo>
                    <a:pt x="113042" y="30238"/>
                  </a:lnTo>
                  <a:lnTo>
                    <a:pt x="66417" y="66240"/>
                  </a:lnTo>
                  <a:lnTo>
                    <a:pt x="30594" y="113042"/>
                  </a:lnTo>
                  <a:lnTo>
                    <a:pt x="8050" y="167357"/>
                  </a:lnTo>
                  <a:lnTo>
                    <a:pt x="355" y="225729"/>
                  </a:lnTo>
                  <a:lnTo>
                    <a:pt x="0" y="1127887"/>
                  </a:lnTo>
                  <a:lnTo>
                    <a:pt x="1940" y="1157446"/>
                  </a:lnTo>
                  <a:lnTo>
                    <a:pt x="17055" y="1214095"/>
                  </a:lnTo>
                  <a:lnTo>
                    <a:pt x="46720" y="1265449"/>
                  </a:lnTo>
                  <a:lnTo>
                    <a:pt x="88460" y="1306939"/>
                  </a:lnTo>
                  <a:lnTo>
                    <a:pt x="139508" y="1336443"/>
                  </a:lnTo>
                  <a:lnTo>
                    <a:pt x="196215" y="1351663"/>
                  </a:lnTo>
                  <a:lnTo>
                    <a:pt x="225717" y="1353604"/>
                  </a:lnTo>
                  <a:lnTo>
                    <a:pt x="10701718" y="1353604"/>
                  </a:lnTo>
                  <a:lnTo>
                    <a:pt x="10760263" y="1345909"/>
                  </a:lnTo>
                  <a:lnTo>
                    <a:pt x="10814761" y="1323365"/>
                  </a:lnTo>
                  <a:lnTo>
                    <a:pt x="10861379" y="1287364"/>
                  </a:lnTo>
                  <a:lnTo>
                    <a:pt x="10897196" y="1240561"/>
                  </a:lnTo>
                  <a:lnTo>
                    <a:pt x="10919678" y="1186432"/>
                  </a:lnTo>
                  <a:lnTo>
                    <a:pt x="10919740" y="1186248"/>
                  </a:lnTo>
                  <a:lnTo>
                    <a:pt x="10925483" y="1157446"/>
                  </a:lnTo>
                  <a:lnTo>
                    <a:pt x="10927435" y="1127887"/>
                  </a:lnTo>
                  <a:lnTo>
                    <a:pt x="10927412" y="225729"/>
                  </a:lnTo>
                  <a:lnTo>
                    <a:pt x="10919740" y="167539"/>
                  </a:lnTo>
                  <a:lnTo>
                    <a:pt x="10897196" y="113042"/>
                  </a:lnTo>
                  <a:lnTo>
                    <a:pt x="10861197" y="66424"/>
                  </a:lnTo>
                  <a:lnTo>
                    <a:pt x="10814405" y="30607"/>
                  </a:lnTo>
                  <a:lnTo>
                    <a:pt x="10760086" y="8062"/>
                  </a:lnTo>
                  <a:lnTo>
                    <a:pt x="10701718" y="368"/>
                  </a:lnTo>
                  <a:lnTo>
                    <a:pt x="226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355" y="225729"/>
                  </a:moveTo>
                  <a:lnTo>
                    <a:pt x="2296" y="196220"/>
                  </a:lnTo>
                  <a:lnTo>
                    <a:pt x="8050" y="167357"/>
                  </a:lnTo>
                  <a:lnTo>
                    <a:pt x="30594" y="113042"/>
                  </a:lnTo>
                  <a:lnTo>
                    <a:pt x="66417" y="66240"/>
                  </a:lnTo>
                  <a:lnTo>
                    <a:pt x="113042" y="30238"/>
                  </a:lnTo>
                  <a:lnTo>
                    <a:pt x="167535" y="7694"/>
                  </a:lnTo>
                  <a:lnTo>
                    <a:pt x="226085" y="0"/>
                  </a:lnTo>
                  <a:lnTo>
                    <a:pt x="10701718" y="368"/>
                  </a:lnTo>
                  <a:lnTo>
                    <a:pt x="10760086" y="8062"/>
                  </a:lnTo>
                  <a:lnTo>
                    <a:pt x="10814405" y="30607"/>
                  </a:lnTo>
                  <a:lnTo>
                    <a:pt x="10861197" y="66424"/>
                  </a:lnTo>
                  <a:lnTo>
                    <a:pt x="10897196" y="113042"/>
                  </a:lnTo>
                  <a:lnTo>
                    <a:pt x="10919740" y="167539"/>
                  </a:lnTo>
                  <a:lnTo>
                    <a:pt x="10927435" y="226085"/>
                  </a:lnTo>
                  <a:lnTo>
                    <a:pt x="10927435" y="1127887"/>
                  </a:lnTo>
                  <a:lnTo>
                    <a:pt x="10925495" y="1157388"/>
                  </a:lnTo>
                  <a:lnTo>
                    <a:pt x="10919740" y="1186248"/>
                  </a:lnTo>
                  <a:lnTo>
                    <a:pt x="10897196" y="1240561"/>
                  </a:lnTo>
                  <a:lnTo>
                    <a:pt x="10861379" y="1287364"/>
                  </a:lnTo>
                  <a:lnTo>
                    <a:pt x="10814761" y="1323365"/>
                  </a:lnTo>
                  <a:lnTo>
                    <a:pt x="10760263" y="1345909"/>
                  </a:lnTo>
                  <a:lnTo>
                    <a:pt x="10701718" y="1353604"/>
                  </a:lnTo>
                  <a:lnTo>
                    <a:pt x="225717" y="1353604"/>
                  </a:lnTo>
                  <a:lnTo>
                    <a:pt x="167355" y="1345909"/>
                  </a:lnTo>
                  <a:lnTo>
                    <a:pt x="113042" y="1323365"/>
                  </a:lnTo>
                  <a:lnTo>
                    <a:pt x="66240" y="1287543"/>
                  </a:lnTo>
                  <a:lnTo>
                    <a:pt x="30238" y="1240929"/>
                  </a:lnTo>
                  <a:lnTo>
                    <a:pt x="7694" y="1186432"/>
                  </a:lnTo>
                  <a:lnTo>
                    <a:pt x="0" y="1127887"/>
                  </a:lnTo>
                  <a:lnTo>
                    <a:pt x="355" y="225729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18616" y="4385424"/>
            <a:ext cx="18161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900" spc="-4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DEVELOPMENT</a:t>
            </a:r>
            <a:r>
              <a:rPr sz="900" spc="-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96315" y="4668824"/>
            <a:ext cx="1964156" cy="747737"/>
            <a:chOff x="796315" y="4668824"/>
            <a:chExt cx="1964156" cy="747737"/>
          </a:xfrm>
        </p:grpSpPr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6315" y="4668824"/>
              <a:ext cx="1964156" cy="74773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21"/>
                  </a:lnTo>
                  <a:lnTo>
                    <a:pt x="67882" y="650446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 sz="8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137CB0"/>
              </a:solidFill>
            </a:ln>
          </p:spPr>
          <p:txBody>
            <a:bodyPr wrap="square" lIns="0" tIns="0" rIns="0" bIns="0" rtlCol="0"/>
            <a:lstStyle/>
            <a:p>
              <a:pPr algn="ctr">
                <a:lnSpc>
                  <a:spcPct val="420000"/>
                </a:lnSpc>
              </a:pPr>
              <a:r>
                <a:rPr lang="en-US" altLang="en-US" sz="800">
                  <a:sym typeface="+mn-ea"/>
                </a:rPr>
                <a:t>DHARSHINI A</a:t>
              </a:r>
              <a:endParaRPr sz="800"/>
            </a:p>
            <a:p>
              <a:pPr algn="ctr"/>
              <a:endParaRPr sz="800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028064" y="4781422"/>
            <a:ext cx="59372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37CB0"/>
                </a:solidFill>
                <a:latin typeface="Arial MT"/>
                <a:cs typeface="Arial MT"/>
              </a:rPr>
              <a:t>LEADER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835363" y="4668824"/>
            <a:ext cx="1964689" cy="748030"/>
            <a:chOff x="2835363" y="4668824"/>
            <a:chExt cx="1964689" cy="74803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5363" y="4668824"/>
              <a:ext cx="1964156" cy="74773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5" y="577483"/>
                  </a:lnTo>
                  <a:lnTo>
                    <a:pt x="8301" y="590916"/>
                  </a:lnTo>
                  <a:lnTo>
                    <a:pt x="8352" y="591066"/>
                  </a:lnTo>
                  <a:lnTo>
                    <a:pt x="32213" y="626621"/>
                  </a:lnTo>
                  <a:lnTo>
                    <a:pt x="67882" y="650446"/>
                  </a:lnTo>
                  <a:lnTo>
                    <a:pt x="109791" y="658799"/>
                  </a:lnTo>
                  <a:lnTo>
                    <a:pt x="1765071" y="658799"/>
                  </a:lnTo>
                  <a:lnTo>
                    <a:pt x="1807142" y="650446"/>
                  </a:lnTo>
                  <a:lnTo>
                    <a:pt x="1842646" y="626621"/>
                  </a:lnTo>
                  <a:lnTo>
                    <a:pt x="1866447" y="591066"/>
                  </a:lnTo>
                  <a:lnTo>
                    <a:pt x="1866522" y="590916"/>
                  </a:lnTo>
                  <a:lnTo>
                    <a:pt x="1871124" y="577483"/>
                  </a:lnTo>
                  <a:lnTo>
                    <a:pt x="1873934" y="563425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52" y="32535"/>
                  </a:lnTo>
                  <a:lnTo>
                    <a:pt x="1806992" y="8713"/>
                  </a:lnTo>
                  <a:lnTo>
                    <a:pt x="17650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pPr algn="ctr">
                <a:lnSpc>
                  <a:spcPct val="380000"/>
                </a:lnSpc>
              </a:pPr>
              <a:r>
                <a:rPr lang="en-US" altLang="en-US" sz="800"/>
                <a:t>DIVYA V</a:t>
              </a:r>
              <a:endParaRPr lang="en-US" altLang="en-US" sz="8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71" y="355"/>
                  </a:lnTo>
                  <a:lnTo>
                    <a:pt x="1806992" y="8713"/>
                  </a:lnTo>
                  <a:lnTo>
                    <a:pt x="184265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098" y="615788"/>
                  </a:lnTo>
                  <a:lnTo>
                    <a:pt x="1820151" y="644042"/>
                  </a:lnTo>
                  <a:lnTo>
                    <a:pt x="1779501" y="657860"/>
                  </a:lnTo>
                  <a:lnTo>
                    <a:pt x="1765071" y="658799"/>
                  </a:lnTo>
                  <a:lnTo>
                    <a:pt x="109791" y="658799"/>
                  </a:lnTo>
                  <a:lnTo>
                    <a:pt x="67882" y="650446"/>
                  </a:lnTo>
                  <a:lnTo>
                    <a:pt x="3221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3067100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06136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913435" y="4668824"/>
            <a:ext cx="1964689" cy="748030"/>
            <a:chOff x="6913435" y="4668824"/>
            <a:chExt cx="1964689" cy="748030"/>
          </a:xfrm>
        </p:grpSpPr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3435" y="4668824"/>
              <a:ext cx="1964156" cy="74773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pPr algn="ctr">
                <a:lnSpc>
                  <a:spcPct val="370000"/>
                </a:lnSpc>
              </a:pPr>
              <a:r>
                <a:rPr lang="en-US" altLang="en-US" sz="800"/>
                <a:t>ELAIYARASI S</a:t>
              </a:r>
              <a:endParaRPr lang="en-US" altLang="en-US" sz="800"/>
            </a:p>
          </p:txBody>
        </p:sp>
        <p:sp>
          <p:nvSpPr>
            <p:cNvPr id="63" name="object 63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7162964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927630" y="4668824"/>
            <a:ext cx="1989365" cy="747737"/>
            <a:chOff x="8927630" y="4668824"/>
            <a:chExt cx="1989365" cy="747737"/>
          </a:xfrm>
        </p:grpSpPr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52839" y="4668824"/>
              <a:ext cx="1964156" cy="7477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8997480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22681" y="615788"/>
                  </a:lnTo>
                  <a:lnTo>
                    <a:pt x="22783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48" y="650446"/>
                  </a:lnTo>
                  <a:lnTo>
                    <a:pt x="1842657" y="626621"/>
                  </a:lnTo>
                  <a:lnTo>
                    <a:pt x="1866447" y="591066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62" y="32535"/>
                  </a:lnTo>
                  <a:lnTo>
                    <a:pt x="1806992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pPr algn="ctr">
                <a:lnSpc>
                  <a:spcPct val="400000"/>
                </a:lnSpc>
              </a:pPr>
              <a:r>
                <a:rPr lang="en-US" altLang="en-US" sz="800"/>
                <a:t>GANGA G</a:t>
              </a:r>
              <a:endParaRPr lang="en-US" altLang="en-US" sz="800"/>
            </a:p>
          </p:txBody>
        </p:sp>
        <p:sp>
          <p:nvSpPr>
            <p:cNvPr id="69" name="object 69"/>
            <p:cNvSpPr/>
            <p:nvPr/>
          </p:nvSpPr>
          <p:spPr>
            <a:xfrm>
              <a:off x="8927630" y="4724095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6992" y="8713"/>
                  </a:lnTo>
                  <a:lnTo>
                    <a:pt x="184266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07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9184220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7384" y="6127826"/>
            <a:ext cx="246189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750" spc="20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r>
              <a:rPr sz="75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with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Cyber</a:t>
            </a:r>
            <a:r>
              <a:rPr sz="75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951745" y="6129972"/>
            <a:ext cx="15386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2026</a:t>
            </a:r>
            <a:r>
              <a:rPr sz="750" spc="-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• PROJECT </a:t>
            </a:r>
            <a:r>
              <a:rPr sz="750" spc="-10" dirty="0">
                <a:solidFill>
                  <a:srgbClr val="5A697B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5" name="object 48"/>
          <p:cNvGrpSpPr/>
          <p:nvPr/>
        </p:nvGrpSpPr>
        <p:grpSpPr>
          <a:xfrm>
            <a:off x="4908638" y="4626279"/>
            <a:ext cx="1964689" cy="748030"/>
            <a:chOff x="2835363" y="4668824"/>
            <a:chExt cx="1964689" cy="748030"/>
          </a:xfrm>
        </p:grpSpPr>
        <p:pic>
          <p:nvPicPr>
            <p:cNvPr id="56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5363" y="4668824"/>
              <a:ext cx="1964156" cy="747737"/>
            </a:xfrm>
            <a:prstGeom prst="rect">
              <a:avLst/>
            </a:prstGeom>
          </p:spPr>
        </p:pic>
        <p:sp>
          <p:nvSpPr>
            <p:cNvPr id="57" name="object 50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5" y="577483"/>
                  </a:lnTo>
                  <a:lnTo>
                    <a:pt x="8301" y="590916"/>
                  </a:lnTo>
                  <a:lnTo>
                    <a:pt x="8352" y="591066"/>
                  </a:lnTo>
                  <a:lnTo>
                    <a:pt x="32213" y="626621"/>
                  </a:lnTo>
                  <a:lnTo>
                    <a:pt x="67882" y="650446"/>
                  </a:lnTo>
                  <a:lnTo>
                    <a:pt x="109791" y="658799"/>
                  </a:lnTo>
                  <a:lnTo>
                    <a:pt x="1765071" y="658799"/>
                  </a:lnTo>
                  <a:lnTo>
                    <a:pt x="1807142" y="650446"/>
                  </a:lnTo>
                  <a:lnTo>
                    <a:pt x="1842646" y="626621"/>
                  </a:lnTo>
                  <a:lnTo>
                    <a:pt x="1866447" y="591066"/>
                  </a:lnTo>
                  <a:lnTo>
                    <a:pt x="1866522" y="590916"/>
                  </a:lnTo>
                  <a:lnTo>
                    <a:pt x="1871124" y="577483"/>
                  </a:lnTo>
                  <a:lnTo>
                    <a:pt x="1873934" y="563425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52" y="32535"/>
                  </a:lnTo>
                  <a:lnTo>
                    <a:pt x="1806992" y="8713"/>
                  </a:lnTo>
                  <a:lnTo>
                    <a:pt x="17650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pPr algn="ctr">
                <a:lnSpc>
                  <a:spcPct val="380000"/>
                </a:lnSpc>
              </a:pPr>
              <a:r>
                <a:rPr lang="en-US" altLang="en-US" sz="800"/>
                <a:t>DURGA D</a:t>
              </a:r>
              <a:endParaRPr lang="en-US" altLang="en-US" sz="800"/>
            </a:p>
          </p:txBody>
        </p:sp>
        <p:sp>
          <p:nvSpPr>
            <p:cNvPr id="59" name="object 51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71" y="355"/>
                  </a:lnTo>
                  <a:lnTo>
                    <a:pt x="1806992" y="8713"/>
                  </a:lnTo>
                  <a:lnTo>
                    <a:pt x="184265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098" y="615788"/>
                  </a:lnTo>
                  <a:lnTo>
                    <a:pt x="1820151" y="644042"/>
                  </a:lnTo>
                  <a:lnTo>
                    <a:pt x="1779501" y="657860"/>
                  </a:lnTo>
                  <a:lnTo>
                    <a:pt x="1765071" y="658799"/>
                  </a:lnTo>
                  <a:lnTo>
                    <a:pt x="109791" y="658799"/>
                  </a:lnTo>
                  <a:lnTo>
                    <a:pt x="67882" y="650446"/>
                  </a:lnTo>
                  <a:lnTo>
                    <a:pt x="3221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4"/>
          <p:cNvSpPr txBox="1"/>
          <p:nvPr/>
        </p:nvSpPr>
        <p:spPr>
          <a:xfrm>
            <a:off x="5106199" y="472427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Project</a:t>
            </a:r>
            <a:r>
              <a:rPr dirty="0"/>
              <a:t> </a:t>
            </a:r>
            <a:r>
              <a:rPr spc="-10" dirty="0"/>
              <a:t>Overview</a:t>
            </a:r>
            <a:endParaRPr spc="-10" dirty="0"/>
          </a:p>
        </p:txBody>
      </p:sp>
      <p:sp>
        <p:nvSpPr>
          <p:cNvPr id="16" name="object 16"/>
          <p:cNvSpPr txBox="1"/>
          <p:nvPr/>
        </p:nvSpPr>
        <p:spPr>
          <a:xfrm>
            <a:off x="735380" y="1056500"/>
            <a:ext cx="29330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Why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BlogNest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/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ContentGen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needed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41037" y="12"/>
            <a:ext cx="1350645" cy="1297305"/>
            <a:chOff x="10841037" y="12"/>
            <a:chExt cx="1350645" cy="129730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841037" y="12"/>
              <a:ext cx="1350352" cy="12967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81004" y="12"/>
              <a:ext cx="1310640" cy="1234440"/>
            </a:xfrm>
            <a:custGeom>
              <a:avLst/>
              <a:gdLst/>
              <a:ahLst/>
              <a:cxnLst/>
              <a:rect l="l" t="t" r="r" b="b"/>
              <a:pathLst>
                <a:path w="1310640" h="1234440">
                  <a:moveTo>
                    <a:pt x="1310385" y="0"/>
                  </a:moveTo>
                  <a:lnTo>
                    <a:pt x="148941" y="0"/>
                  </a:lnTo>
                  <a:lnTo>
                    <a:pt x="131055" y="24954"/>
                  </a:lnTo>
                  <a:lnTo>
                    <a:pt x="104038" y="68389"/>
                  </a:lnTo>
                  <a:lnTo>
                    <a:pt x="80031" y="113383"/>
                  </a:lnTo>
                  <a:lnTo>
                    <a:pt x="59075" y="159707"/>
                  </a:lnTo>
                  <a:lnTo>
                    <a:pt x="41216" y="207204"/>
                  </a:lnTo>
                  <a:lnTo>
                    <a:pt x="26501" y="255719"/>
                  </a:lnTo>
                  <a:lnTo>
                    <a:pt x="14976" y="305095"/>
                  </a:lnTo>
                  <a:lnTo>
                    <a:pt x="6686" y="355177"/>
                  </a:lnTo>
                  <a:lnTo>
                    <a:pt x="1679" y="405807"/>
                  </a:lnTo>
                  <a:lnTo>
                    <a:pt x="0" y="456831"/>
                  </a:lnTo>
                  <a:lnTo>
                    <a:pt x="1679" y="507852"/>
                  </a:lnTo>
                  <a:lnTo>
                    <a:pt x="6686" y="558484"/>
                  </a:lnTo>
                  <a:lnTo>
                    <a:pt x="14976" y="608577"/>
                  </a:lnTo>
                  <a:lnTo>
                    <a:pt x="26501" y="657979"/>
                  </a:lnTo>
                  <a:lnTo>
                    <a:pt x="41216" y="706536"/>
                  </a:lnTo>
                  <a:lnTo>
                    <a:pt x="59075" y="754099"/>
                  </a:lnTo>
                  <a:lnTo>
                    <a:pt x="80031" y="800514"/>
                  </a:lnTo>
                  <a:lnTo>
                    <a:pt x="104038" y="845629"/>
                  </a:lnTo>
                  <a:lnTo>
                    <a:pt x="131055" y="888943"/>
                  </a:lnTo>
                  <a:lnTo>
                    <a:pt x="160733" y="930260"/>
                  </a:lnTo>
                  <a:lnTo>
                    <a:pt x="192968" y="969467"/>
                  </a:lnTo>
                  <a:lnTo>
                    <a:pt x="227653" y="1006457"/>
                  </a:lnTo>
                  <a:lnTo>
                    <a:pt x="264684" y="1041118"/>
                  </a:lnTo>
                  <a:lnTo>
                    <a:pt x="303956" y="1073341"/>
                  </a:lnTo>
                  <a:lnTo>
                    <a:pt x="345362" y="1103016"/>
                  </a:lnTo>
                  <a:lnTo>
                    <a:pt x="388797" y="1130033"/>
                  </a:lnTo>
                  <a:lnTo>
                    <a:pt x="433791" y="1154036"/>
                  </a:lnTo>
                  <a:lnTo>
                    <a:pt x="480115" y="1174991"/>
                  </a:lnTo>
                  <a:lnTo>
                    <a:pt x="527612" y="1192849"/>
                  </a:lnTo>
                  <a:lnTo>
                    <a:pt x="576127" y="1207565"/>
                  </a:lnTo>
                  <a:lnTo>
                    <a:pt x="625503" y="1219091"/>
                  </a:lnTo>
                  <a:lnTo>
                    <a:pt x="675585" y="1227382"/>
                  </a:lnTo>
                  <a:lnTo>
                    <a:pt x="726216" y="1232391"/>
                  </a:lnTo>
                  <a:lnTo>
                    <a:pt x="777239" y="1234071"/>
                  </a:lnTo>
                  <a:lnTo>
                    <a:pt x="828260" y="1232391"/>
                  </a:lnTo>
                  <a:lnTo>
                    <a:pt x="878892" y="1227382"/>
                  </a:lnTo>
                  <a:lnTo>
                    <a:pt x="928985" y="1219091"/>
                  </a:lnTo>
                  <a:lnTo>
                    <a:pt x="978387" y="1207565"/>
                  </a:lnTo>
                  <a:lnTo>
                    <a:pt x="1026945" y="1192849"/>
                  </a:lnTo>
                  <a:lnTo>
                    <a:pt x="1074507" y="1174991"/>
                  </a:lnTo>
                  <a:lnTo>
                    <a:pt x="1120922" y="1154036"/>
                  </a:lnTo>
                  <a:lnTo>
                    <a:pt x="1166037" y="1130033"/>
                  </a:lnTo>
                  <a:lnTo>
                    <a:pt x="1209352" y="1103016"/>
                  </a:lnTo>
                  <a:lnTo>
                    <a:pt x="1250668" y="1073341"/>
                  </a:lnTo>
                  <a:lnTo>
                    <a:pt x="1289876" y="1041118"/>
                  </a:lnTo>
                  <a:lnTo>
                    <a:pt x="1310385" y="1021900"/>
                  </a:lnTo>
                  <a:lnTo>
                    <a:pt x="1310385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-2656" y="1532508"/>
            <a:ext cx="5990590" cy="5325745"/>
            <a:chOff x="-2656" y="1532508"/>
            <a:chExt cx="5990590" cy="532574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89155"/>
              <a:ext cx="633971" cy="10684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-2656" y="5806084"/>
              <a:ext cx="596900" cy="1051560"/>
            </a:xfrm>
            <a:custGeom>
              <a:avLst/>
              <a:gdLst/>
              <a:ahLst/>
              <a:cxnLst/>
              <a:rect l="l" t="t" r="r" b="b"/>
              <a:pathLst>
                <a:path w="596900" h="1051559">
                  <a:moveTo>
                    <a:pt x="48020" y="0"/>
                  </a:moveTo>
                  <a:lnTo>
                    <a:pt x="0" y="2089"/>
                  </a:lnTo>
                  <a:lnTo>
                    <a:pt x="2656" y="2089"/>
                  </a:lnTo>
                  <a:lnTo>
                    <a:pt x="2656" y="1051559"/>
                  </a:lnTo>
                  <a:lnTo>
                    <a:pt x="266346" y="1051559"/>
                  </a:lnTo>
                  <a:lnTo>
                    <a:pt x="279718" y="1046024"/>
                  </a:lnTo>
                  <a:lnTo>
                    <a:pt x="322340" y="1023835"/>
                  </a:lnTo>
                  <a:lnTo>
                    <a:pt x="362869" y="998007"/>
                  </a:lnTo>
                  <a:lnTo>
                    <a:pt x="400818" y="968878"/>
                  </a:lnTo>
                  <a:lnTo>
                    <a:pt x="436009" y="936628"/>
                  </a:lnTo>
                  <a:lnTo>
                    <a:pt x="468259" y="901438"/>
                  </a:lnTo>
                  <a:lnTo>
                    <a:pt x="497388" y="863488"/>
                  </a:lnTo>
                  <a:lnTo>
                    <a:pt x="523216" y="822959"/>
                  </a:lnTo>
                  <a:lnTo>
                    <a:pt x="545405" y="780337"/>
                  </a:lnTo>
                  <a:lnTo>
                    <a:pt x="563695" y="736156"/>
                  </a:lnTo>
                  <a:lnTo>
                    <a:pt x="578026" y="690657"/>
                  </a:lnTo>
                  <a:lnTo>
                    <a:pt x="588338" y="644079"/>
                  </a:lnTo>
                  <a:lnTo>
                    <a:pt x="594570" y="596660"/>
                  </a:lnTo>
                  <a:lnTo>
                    <a:pt x="596660" y="548639"/>
                  </a:lnTo>
                  <a:lnTo>
                    <a:pt x="594570" y="500619"/>
                  </a:lnTo>
                  <a:lnTo>
                    <a:pt x="588338" y="453198"/>
                  </a:lnTo>
                  <a:lnTo>
                    <a:pt x="578026" y="406617"/>
                  </a:lnTo>
                  <a:lnTo>
                    <a:pt x="563695" y="361117"/>
                  </a:lnTo>
                  <a:lnTo>
                    <a:pt x="545405" y="316938"/>
                  </a:lnTo>
                  <a:lnTo>
                    <a:pt x="523216" y="274319"/>
                  </a:lnTo>
                  <a:lnTo>
                    <a:pt x="497388" y="233787"/>
                  </a:lnTo>
                  <a:lnTo>
                    <a:pt x="468259" y="195835"/>
                  </a:lnTo>
                  <a:lnTo>
                    <a:pt x="436009" y="160645"/>
                  </a:lnTo>
                  <a:lnTo>
                    <a:pt x="400818" y="128395"/>
                  </a:lnTo>
                  <a:lnTo>
                    <a:pt x="362869" y="99264"/>
                  </a:lnTo>
                  <a:lnTo>
                    <a:pt x="322340" y="73431"/>
                  </a:lnTo>
                  <a:lnTo>
                    <a:pt x="279718" y="51243"/>
                  </a:lnTo>
                  <a:lnTo>
                    <a:pt x="235537" y="32956"/>
                  </a:lnTo>
                  <a:lnTo>
                    <a:pt x="190038" y="18627"/>
                  </a:lnTo>
                  <a:lnTo>
                    <a:pt x="143460" y="8318"/>
                  </a:lnTo>
                  <a:lnTo>
                    <a:pt x="96041" y="2089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1532508"/>
              <a:ext cx="5392801" cy="447804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4571631" y="0"/>
                  </a:moveTo>
                  <a:lnTo>
                    <a:pt x="731519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7" y="365760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6" y="3705285"/>
                  </a:lnTo>
                  <a:lnTo>
                    <a:pt x="1578" y="3705650"/>
                  </a:lnTo>
                  <a:lnTo>
                    <a:pt x="6251" y="3752959"/>
                  </a:lnTo>
                  <a:lnTo>
                    <a:pt x="14024" y="3800110"/>
                  </a:lnTo>
                  <a:lnTo>
                    <a:pt x="24842" y="3846593"/>
                  </a:lnTo>
                  <a:lnTo>
                    <a:pt x="24926" y="3846956"/>
                  </a:lnTo>
                  <a:lnTo>
                    <a:pt x="38662" y="3892266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7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19" y="4389120"/>
                  </a:lnTo>
                  <a:lnTo>
                    <a:pt x="4572000" y="4388751"/>
                  </a:lnTo>
                  <a:lnTo>
                    <a:pt x="4620050" y="4387172"/>
                  </a:lnTo>
                  <a:lnTo>
                    <a:pt x="4667722" y="4382464"/>
                  </a:lnTo>
                  <a:lnTo>
                    <a:pt x="4714872" y="4374667"/>
                  </a:lnTo>
                  <a:lnTo>
                    <a:pt x="4761357" y="4363824"/>
                  </a:lnTo>
                  <a:lnTo>
                    <a:pt x="4807031" y="4349978"/>
                  </a:lnTo>
                  <a:lnTo>
                    <a:pt x="4851752" y="4333169"/>
                  </a:lnTo>
                  <a:lnTo>
                    <a:pt x="4895376" y="4313441"/>
                  </a:lnTo>
                  <a:lnTo>
                    <a:pt x="4937760" y="4290834"/>
                  </a:lnTo>
                  <a:lnTo>
                    <a:pt x="4978563" y="4265387"/>
                  </a:lnTo>
                  <a:lnTo>
                    <a:pt x="5017475" y="4237441"/>
                  </a:lnTo>
                  <a:lnTo>
                    <a:pt x="5054396" y="4207099"/>
                  </a:lnTo>
                  <a:lnTo>
                    <a:pt x="5089224" y="4174463"/>
                  </a:lnTo>
                  <a:lnTo>
                    <a:pt x="5121859" y="4139632"/>
                  </a:lnTo>
                  <a:lnTo>
                    <a:pt x="5152199" y="4102709"/>
                  </a:lnTo>
                  <a:lnTo>
                    <a:pt x="5180143" y="4063795"/>
                  </a:lnTo>
                  <a:lnTo>
                    <a:pt x="5205590" y="4022991"/>
                  </a:lnTo>
                  <a:lnTo>
                    <a:pt x="5228197" y="3980609"/>
                  </a:lnTo>
                  <a:lnTo>
                    <a:pt x="5247927" y="3936986"/>
                  </a:lnTo>
                  <a:lnTo>
                    <a:pt x="5264737" y="3892266"/>
                  </a:lnTo>
                  <a:lnTo>
                    <a:pt x="5278476" y="3846956"/>
                  </a:lnTo>
                  <a:lnTo>
                    <a:pt x="5278586" y="3846593"/>
                  </a:lnTo>
                  <a:lnTo>
                    <a:pt x="5289347" y="3800472"/>
                  </a:lnTo>
                  <a:lnTo>
                    <a:pt x="5289431" y="3800110"/>
                  </a:lnTo>
                  <a:lnTo>
                    <a:pt x="5297170" y="3753322"/>
                  </a:lnTo>
                  <a:lnTo>
                    <a:pt x="5297230" y="3752959"/>
                  </a:lnTo>
                  <a:lnTo>
                    <a:pt x="5301904" y="3705650"/>
                  </a:lnTo>
                  <a:lnTo>
                    <a:pt x="5301940" y="3705285"/>
                  </a:lnTo>
                  <a:lnTo>
                    <a:pt x="5303507" y="3657600"/>
                  </a:lnTo>
                  <a:lnTo>
                    <a:pt x="5303151" y="731519"/>
                  </a:lnTo>
                  <a:lnTo>
                    <a:pt x="5301572" y="683465"/>
                  </a:lnTo>
                  <a:lnTo>
                    <a:pt x="5296864" y="635791"/>
                  </a:lnTo>
                  <a:lnTo>
                    <a:pt x="5289067" y="588641"/>
                  </a:lnTo>
                  <a:lnTo>
                    <a:pt x="5278224" y="542158"/>
                  </a:lnTo>
                  <a:lnTo>
                    <a:pt x="5264378" y="496485"/>
                  </a:lnTo>
                  <a:lnTo>
                    <a:pt x="5247569" y="451765"/>
                  </a:lnTo>
                  <a:lnTo>
                    <a:pt x="5227841" y="408142"/>
                  </a:lnTo>
                  <a:lnTo>
                    <a:pt x="5205234" y="365760"/>
                  </a:lnTo>
                  <a:lnTo>
                    <a:pt x="5179787" y="324956"/>
                  </a:lnTo>
                  <a:lnTo>
                    <a:pt x="5151841" y="286042"/>
                  </a:lnTo>
                  <a:lnTo>
                    <a:pt x="5121499" y="249119"/>
                  </a:lnTo>
                  <a:lnTo>
                    <a:pt x="5088863" y="214288"/>
                  </a:lnTo>
                  <a:lnTo>
                    <a:pt x="5054032" y="181651"/>
                  </a:lnTo>
                  <a:lnTo>
                    <a:pt x="5017109" y="151309"/>
                  </a:lnTo>
                  <a:lnTo>
                    <a:pt x="4978195" y="123364"/>
                  </a:lnTo>
                  <a:lnTo>
                    <a:pt x="4937391" y="97916"/>
                  </a:lnTo>
                  <a:lnTo>
                    <a:pt x="4895009" y="75310"/>
                  </a:lnTo>
                  <a:lnTo>
                    <a:pt x="4851386" y="55581"/>
                  </a:lnTo>
                  <a:lnTo>
                    <a:pt x="4806666" y="38773"/>
                  </a:lnTo>
                  <a:lnTo>
                    <a:pt x="4760993" y="24926"/>
                  </a:lnTo>
                  <a:lnTo>
                    <a:pt x="4714510" y="14084"/>
                  </a:lnTo>
                  <a:lnTo>
                    <a:pt x="4667359" y="6287"/>
                  </a:lnTo>
                  <a:lnTo>
                    <a:pt x="4619685" y="1578"/>
                  </a:lnTo>
                  <a:lnTo>
                    <a:pt x="457163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0" y="731519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7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19" y="0"/>
                  </a:lnTo>
                  <a:lnTo>
                    <a:pt x="4571631" y="0"/>
                  </a:lnTo>
                  <a:lnTo>
                    <a:pt x="4619685" y="1578"/>
                  </a:lnTo>
                  <a:lnTo>
                    <a:pt x="4667359" y="6287"/>
                  </a:lnTo>
                  <a:lnTo>
                    <a:pt x="4714510" y="14084"/>
                  </a:lnTo>
                  <a:lnTo>
                    <a:pt x="4760993" y="24926"/>
                  </a:lnTo>
                  <a:lnTo>
                    <a:pt x="4806666" y="38773"/>
                  </a:lnTo>
                  <a:lnTo>
                    <a:pt x="4851386" y="55581"/>
                  </a:lnTo>
                  <a:lnTo>
                    <a:pt x="4895009" y="75310"/>
                  </a:lnTo>
                  <a:lnTo>
                    <a:pt x="4937391" y="97916"/>
                  </a:lnTo>
                  <a:lnTo>
                    <a:pt x="4978195" y="123364"/>
                  </a:lnTo>
                  <a:lnTo>
                    <a:pt x="5017109" y="151309"/>
                  </a:lnTo>
                  <a:lnTo>
                    <a:pt x="5054032" y="181651"/>
                  </a:lnTo>
                  <a:lnTo>
                    <a:pt x="5088863" y="214288"/>
                  </a:lnTo>
                  <a:lnTo>
                    <a:pt x="5121499" y="249119"/>
                  </a:lnTo>
                  <a:lnTo>
                    <a:pt x="5151841" y="286042"/>
                  </a:lnTo>
                  <a:lnTo>
                    <a:pt x="5179787" y="324956"/>
                  </a:lnTo>
                  <a:lnTo>
                    <a:pt x="5205234" y="365760"/>
                  </a:lnTo>
                  <a:lnTo>
                    <a:pt x="5227841" y="408142"/>
                  </a:lnTo>
                  <a:lnTo>
                    <a:pt x="5247569" y="451765"/>
                  </a:lnTo>
                  <a:lnTo>
                    <a:pt x="5264378" y="496485"/>
                  </a:lnTo>
                  <a:lnTo>
                    <a:pt x="5278224" y="542158"/>
                  </a:lnTo>
                  <a:lnTo>
                    <a:pt x="5289067" y="588641"/>
                  </a:lnTo>
                  <a:lnTo>
                    <a:pt x="5296864" y="635791"/>
                  </a:lnTo>
                  <a:lnTo>
                    <a:pt x="5301572" y="683465"/>
                  </a:lnTo>
                  <a:lnTo>
                    <a:pt x="5303151" y="731519"/>
                  </a:lnTo>
                  <a:lnTo>
                    <a:pt x="5303520" y="3657231"/>
                  </a:lnTo>
                  <a:lnTo>
                    <a:pt x="5301940" y="3705285"/>
                  </a:lnTo>
                  <a:lnTo>
                    <a:pt x="5297230" y="3752959"/>
                  </a:lnTo>
                  <a:lnTo>
                    <a:pt x="5289431" y="3800110"/>
                  </a:lnTo>
                  <a:lnTo>
                    <a:pt x="5278586" y="3846593"/>
                  </a:lnTo>
                  <a:lnTo>
                    <a:pt x="5264737" y="3892266"/>
                  </a:lnTo>
                  <a:lnTo>
                    <a:pt x="5247927" y="3936986"/>
                  </a:lnTo>
                  <a:lnTo>
                    <a:pt x="5228197" y="3980609"/>
                  </a:lnTo>
                  <a:lnTo>
                    <a:pt x="5205590" y="4022991"/>
                  </a:lnTo>
                  <a:lnTo>
                    <a:pt x="5180143" y="4063795"/>
                  </a:lnTo>
                  <a:lnTo>
                    <a:pt x="5152199" y="4102709"/>
                  </a:lnTo>
                  <a:lnTo>
                    <a:pt x="5121859" y="4139632"/>
                  </a:lnTo>
                  <a:lnTo>
                    <a:pt x="5089224" y="4174463"/>
                  </a:lnTo>
                  <a:lnTo>
                    <a:pt x="5054396" y="4207099"/>
                  </a:lnTo>
                  <a:lnTo>
                    <a:pt x="5017475" y="4237441"/>
                  </a:lnTo>
                  <a:lnTo>
                    <a:pt x="4978563" y="4265387"/>
                  </a:lnTo>
                  <a:lnTo>
                    <a:pt x="4937760" y="4290834"/>
                  </a:lnTo>
                  <a:lnTo>
                    <a:pt x="4895376" y="4313441"/>
                  </a:lnTo>
                  <a:lnTo>
                    <a:pt x="4851752" y="4333169"/>
                  </a:lnTo>
                  <a:lnTo>
                    <a:pt x="4807031" y="4349978"/>
                  </a:lnTo>
                  <a:lnTo>
                    <a:pt x="4761357" y="4363824"/>
                  </a:lnTo>
                  <a:lnTo>
                    <a:pt x="4714872" y="4374667"/>
                  </a:lnTo>
                  <a:lnTo>
                    <a:pt x="4667722" y="4382464"/>
                  </a:lnTo>
                  <a:lnTo>
                    <a:pt x="4620050" y="4387172"/>
                  </a:lnTo>
                  <a:lnTo>
                    <a:pt x="4572000" y="4388751"/>
                  </a:lnTo>
                  <a:lnTo>
                    <a:pt x="731519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7" y="4023359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6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42454" y="2414422"/>
            <a:ext cx="4452620" cy="269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Core</a:t>
            </a:r>
            <a:r>
              <a:rPr sz="1700" spc="2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Idea</a:t>
            </a:r>
            <a:endParaRPr sz="1700">
              <a:latin typeface="Arial MT"/>
              <a:cs typeface="Arial MT"/>
            </a:endParaRPr>
          </a:p>
          <a:p>
            <a:pPr marL="12700" marR="25273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Centralized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platform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managing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blog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Supports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drafts,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categories,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tags,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comments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media metadata.</a:t>
            </a:r>
            <a:endParaRPr sz="1350">
              <a:latin typeface="Arial MT"/>
              <a:cs typeface="Arial MT"/>
            </a:endParaRPr>
          </a:p>
          <a:p>
            <a:pPr marL="12700" marR="7715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assistance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 summarization.</a:t>
            </a:r>
            <a:endParaRPr sz="1350">
              <a:latin typeface="Arial MT"/>
              <a:cs typeface="Arial MT"/>
            </a:endParaRPr>
          </a:p>
          <a:p>
            <a:pPr marL="12700" marR="50863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access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2700" marR="984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Security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includes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authentication,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</a:t>
            </a:r>
            <a:r>
              <a:rPr sz="1350" spc="1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hashing,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limiting.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252517" y="5423395"/>
            <a:ext cx="939165" cy="1360170"/>
            <a:chOff x="11252517" y="5423395"/>
            <a:chExt cx="939165" cy="136017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52517" y="5423395"/>
              <a:ext cx="938872" cy="13597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92484" y="5440324"/>
              <a:ext cx="899160" cy="1280160"/>
            </a:xfrm>
            <a:custGeom>
              <a:avLst/>
              <a:gdLst/>
              <a:ahLst/>
              <a:cxnLst/>
              <a:rect l="l" t="t" r="r" b="b"/>
              <a:pathLst>
                <a:path w="899159" h="1280159">
                  <a:moveTo>
                    <a:pt x="640079" y="0"/>
                  </a:moveTo>
                  <a:lnTo>
                    <a:pt x="592086" y="1798"/>
                  </a:lnTo>
                  <a:lnTo>
                    <a:pt x="544514" y="7161"/>
                  </a:lnTo>
                  <a:lnTo>
                    <a:pt x="497565" y="16037"/>
                  </a:lnTo>
                  <a:lnTo>
                    <a:pt x="451441" y="28376"/>
                  </a:lnTo>
                  <a:lnTo>
                    <a:pt x="406344" y="44129"/>
                  </a:lnTo>
                  <a:lnTo>
                    <a:pt x="362476" y="63245"/>
                  </a:lnTo>
                  <a:lnTo>
                    <a:pt x="320039" y="85674"/>
                  </a:lnTo>
                  <a:lnTo>
                    <a:pt x="279397" y="111238"/>
                  </a:lnTo>
                  <a:lnTo>
                    <a:pt x="240890" y="139692"/>
                  </a:lnTo>
                  <a:lnTo>
                    <a:pt x="204670" y="170887"/>
                  </a:lnTo>
                  <a:lnTo>
                    <a:pt x="170887" y="204670"/>
                  </a:lnTo>
                  <a:lnTo>
                    <a:pt x="139692" y="240890"/>
                  </a:lnTo>
                  <a:lnTo>
                    <a:pt x="111238" y="279397"/>
                  </a:lnTo>
                  <a:lnTo>
                    <a:pt x="85674" y="320039"/>
                  </a:lnTo>
                  <a:lnTo>
                    <a:pt x="63245" y="362476"/>
                  </a:lnTo>
                  <a:lnTo>
                    <a:pt x="44129" y="406344"/>
                  </a:lnTo>
                  <a:lnTo>
                    <a:pt x="28376" y="451441"/>
                  </a:lnTo>
                  <a:lnTo>
                    <a:pt x="16037" y="497565"/>
                  </a:lnTo>
                  <a:lnTo>
                    <a:pt x="7161" y="544514"/>
                  </a:lnTo>
                  <a:lnTo>
                    <a:pt x="1798" y="592086"/>
                  </a:lnTo>
                  <a:lnTo>
                    <a:pt x="0" y="640079"/>
                  </a:lnTo>
                  <a:lnTo>
                    <a:pt x="1798" y="688072"/>
                  </a:lnTo>
                  <a:lnTo>
                    <a:pt x="7161" y="735643"/>
                  </a:lnTo>
                  <a:lnTo>
                    <a:pt x="16037" y="782590"/>
                  </a:lnTo>
                  <a:lnTo>
                    <a:pt x="28376" y="828712"/>
                  </a:lnTo>
                  <a:lnTo>
                    <a:pt x="44129" y="873809"/>
                  </a:lnTo>
                  <a:lnTo>
                    <a:pt x="63245" y="917679"/>
                  </a:lnTo>
                  <a:lnTo>
                    <a:pt x="85674" y="960119"/>
                  </a:lnTo>
                  <a:lnTo>
                    <a:pt x="111238" y="1000757"/>
                  </a:lnTo>
                  <a:lnTo>
                    <a:pt x="139692" y="1039261"/>
                  </a:lnTo>
                  <a:lnTo>
                    <a:pt x="170887" y="1075479"/>
                  </a:lnTo>
                  <a:lnTo>
                    <a:pt x="204670" y="1109260"/>
                  </a:lnTo>
                  <a:lnTo>
                    <a:pt x="240890" y="1140454"/>
                  </a:lnTo>
                  <a:lnTo>
                    <a:pt x="279397" y="1168909"/>
                  </a:lnTo>
                  <a:lnTo>
                    <a:pt x="320039" y="1194473"/>
                  </a:lnTo>
                  <a:lnTo>
                    <a:pt x="362476" y="1216902"/>
                  </a:lnTo>
                  <a:lnTo>
                    <a:pt x="406344" y="1236020"/>
                  </a:lnTo>
                  <a:lnTo>
                    <a:pt x="451441" y="1251775"/>
                  </a:lnTo>
                  <a:lnTo>
                    <a:pt x="497565" y="1264117"/>
                  </a:lnTo>
                  <a:lnTo>
                    <a:pt x="544514" y="1272996"/>
                  </a:lnTo>
                  <a:lnTo>
                    <a:pt x="592086" y="1278360"/>
                  </a:lnTo>
                  <a:lnTo>
                    <a:pt x="640079" y="1280159"/>
                  </a:lnTo>
                  <a:lnTo>
                    <a:pt x="688072" y="1278360"/>
                  </a:lnTo>
                  <a:lnTo>
                    <a:pt x="735643" y="1272996"/>
                  </a:lnTo>
                  <a:lnTo>
                    <a:pt x="782590" y="1264117"/>
                  </a:lnTo>
                  <a:lnTo>
                    <a:pt x="828712" y="1251775"/>
                  </a:lnTo>
                  <a:lnTo>
                    <a:pt x="873809" y="1236020"/>
                  </a:lnTo>
                  <a:lnTo>
                    <a:pt x="898905" y="1225083"/>
                  </a:lnTo>
                  <a:lnTo>
                    <a:pt x="898905" y="55065"/>
                  </a:lnTo>
                  <a:lnTo>
                    <a:pt x="828712" y="28376"/>
                  </a:lnTo>
                  <a:lnTo>
                    <a:pt x="782590" y="16037"/>
                  </a:lnTo>
                  <a:lnTo>
                    <a:pt x="735643" y="7161"/>
                  </a:lnTo>
                  <a:lnTo>
                    <a:pt x="688072" y="1798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6127559" y="1532508"/>
            <a:ext cx="5438775" cy="4478655"/>
            <a:chOff x="6127559" y="1532508"/>
            <a:chExt cx="5438775" cy="447865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7559" y="1532508"/>
              <a:ext cx="5438521" cy="44780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4617364" y="0"/>
                  </a:moveTo>
                  <a:lnTo>
                    <a:pt x="731520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6" y="365760"/>
                  </a:lnTo>
                  <a:lnTo>
                    <a:pt x="75314" y="408142"/>
                  </a:lnTo>
                  <a:lnTo>
                    <a:pt x="55587" y="451765"/>
                  </a:lnTo>
                  <a:lnTo>
                    <a:pt x="38779" y="496485"/>
                  </a:lnTo>
                  <a:lnTo>
                    <a:pt x="24931" y="542158"/>
                  </a:lnTo>
                  <a:lnTo>
                    <a:pt x="14087" y="588641"/>
                  </a:lnTo>
                  <a:lnTo>
                    <a:pt x="6289" y="635791"/>
                  </a:lnTo>
                  <a:lnTo>
                    <a:pt x="1579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7" y="3705285"/>
                  </a:lnTo>
                  <a:lnTo>
                    <a:pt x="6253" y="3752959"/>
                  </a:lnTo>
                  <a:lnTo>
                    <a:pt x="14027" y="3800110"/>
                  </a:lnTo>
                  <a:lnTo>
                    <a:pt x="24846" y="3846593"/>
                  </a:lnTo>
                  <a:lnTo>
                    <a:pt x="24931" y="3846956"/>
                  </a:lnTo>
                  <a:lnTo>
                    <a:pt x="38668" y="3892266"/>
                  </a:lnTo>
                  <a:lnTo>
                    <a:pt x="55587" y="3937352"/>
                  </a:lnTo>
                  <a:lnTo>
                    <a:pt x="75314" y="3980976"/>
                  </a:lnTo>
                  <a:lnTo>
                    <a:pt x="97916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20" y="4389120"/>
                  </a:lnTo>
                  <a:lnTo>
                    <a:pt x="4617720" y="4388751"/>
                  </a:lnTo>
                  <a:lnTo>
                    <a:pt x="4665774" y="4387172"/>
                  </a:lnTo>
                  <a:lnTo>
                    <a:pt x="4713448" y="4382464"/>
                  </a:lnTo>
                  <a:lnTo>
                    <a:pt x="4760598" y="4374667"/>
                  </a:lnTo>
                  <a:lnTo>
                    <a:pt x="4807081" y="4363824"/>
                  </a:lnTo>
                  <a:lnTo>
                    <a:pt x="4852754" y="4349978"/>
                  </a:lnTo>
                  <a:lnTo>
                    <a:pt x="4897474" y="4333169"/>
                  </a:lnTo>
                  <a:lnTo>
                    <a:pt x="4941097" y="4313441"/>
                  </a:lnTo>
                  <a:lnTo>
                    <a:pt x="4983480" y="4290834"/>
                  </a:lnTo>
                  <a:lnTo>
                    <a:pt x="5024283" y="4265387"/>
                  </a:lnTo>
                  <a:lnTo>
                    <a:pt x="5063197" y="4237441"/>
                  </a:lnTo>
                  <a:lnTo>
                    <a:pt x="5100120" y="4207099"/>
                  </a:lnTo>
                  <a:lnTo>
                    <a:pt x="5134951" y="4174463"/>
                  </a:lnTo>
                  <a:lnTo>
                    <a:pt x="5167588" y="4139632"/>
                  </a:lnTo>
                  <a:lnTo>
                    <a:pt x="5197930" y="4102709"/>
                  </a:lnTo>
                  <a:lnTo>
                    <a:pt x="5225875" y="4063795"/>
                  </a:lnTo>
                  <a:lnTo>
                    <a:pt x="5251323" y="4022991"/>
                  </a:lnTo>
                  <a:lnTo>
                    <a:pt x="5273925" y="3980609"/>
                  </a:lnTo>
                  <a:lnTo>
                    <a:pt x="5293652" y="3936986"/>
                  </a:lnTo>
                  <a:lnTo>
                    <a:pt x="5310460" y="3892266"/>
                  </a:lnTo>
                  <a:lnTo>
                    <a:pt x="5324198" y="3846956"/>
                  </a:lnTo>
                  <a:lnTo>
                    <a:pt x="5324308" y="3846593"/>
                  </a:lnTo>
                  <a:lnTo>
                    <a:pt x="5335067" y="3800472"/>
                  </a:lnTo>
                  <a:lnTo>
                    <a:pt x="5342890" y="3753322"/>
                  </a:lnTo>
                  <a:lnTo>
                    <a:pt x="5347624" y="3705650"/>
                  </a:lnTo>
                  <a:lnTo>
                    <a:pt x="5347660" y="3705285"/>
                  </a:lnTo>
                  <a:lnTo>
                    <a:pt x="5349227" y="3657600"/>
                  </a:lnTo>
                  <a:lnTo>
                    <a:pt x="5348884" y="731519"/>
                  </a:lnTo>
                  <a:lnTo>
                    <a:pt x="5347304" y="683465"/>
                  </a:lnTo>
                  <a:lnTo>
                    <a:pt x="5342594" y="635791"/>
                  </a:lnTo>
                  <a:lnTo>
                    <a:pt x="5334796" y="588641"/>
                  </a:lnTo>
                  <a:lnTo>
                    <a:pt x="5323951" y="542158"/>
                  </a:lnTo>
                  <a:lnTo>
                    <a:pt x="5310102" y="496485"/>
                  </a:lnTo>
                  <a:lnTo>
                    <a:pt x="5293291" y="451765"/>
                  </a:lnTo>
                  <a:lnTo>
                    <a:pt x="5273561" y="408142"/>
                  </a:lnTo>
                  <a:lnTo>
                    <a:pt x="5250954" y="365760"/>
                  </a:lnTo>
                  <a:lnTo>
                    <a:pt x="5225507" y="324956"/>
                  </a:lnTo>
                  <a:lnTo>
                    <a:pt x="5197563" y="286042"/>
                  </a:lnTo>
                  <a:lnTo>
                    <a:pt x="5167223" y="249119"/>
                  </a:lnTo>
                  <a:lnTo>
                    <a:pt x="5134589" y="214288"/>
                  </a:lnTo>
                  <a:lnTo>
                    <a:pt x="5099761" y="181651"/>
                  </a:lnTo>
                  <a:lnTo>
                    <a:pt x="5062840" y="151309"/>
                  </a:lnTo>
                  <a:lnTo>
                    <a:pt x="5023927" y="123364"/>
                  </a:lnTo>
                  <a:lnTo>
                    <a:pt x="4983124" y="97916"/>
                  </a:lnTo>
                  <a:lnTo>
                    <a:pt x="4940741" y="75310"/>
                  </a:lnTo>
                  <a:lnTo>
                    <a:pt x="4897117" y="55581"/>
                  </a:lnTo>
                  <a:lnTo>
                    <a:pt x="4852396" y="38773"/>
                  </a:lnTo>
                  <a:lnTo>
                    <a:pt x="4806721" y="24926"/>
                  </a:lnTo>
                  <a:lnTo>
                    <a:pt x="4760237" y="14084"/>
                  </a:lnTo>
                  <a:lnTo>
                    <a:pt x="4713087" y="6287"/>
                  </a:lnTo>
                  <a:lnTo>
                    <a:pt x="4665414" y="1578"/>
                  </a:lnTo>
                  <a:lnTo>
                    <a:pt x="461736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0" y="731519"/>
                  </a:moveTo>
                  <a:lnTo>
                    <a:pt x="1579" y="683465"/>
                  </a:lnTo>
                  <a:lnTo>
                    <a:pt x="6289" y="635791"/>
                  </a:lnTo>
                  <a:lnTo>
                    <a:pt x="14087" y="588641"/>
                  </a:lnTo>
                  <a:lnTo>
                    <a:pt x="24931" y="542158"/>
                  </a:lnTo>
                  <a:lnTo>
                    <a:pt x="38779" y="496485"/>
                  </a:lnTo>
                  <a:lnTo>
                    <a:pt x="55587" y="451765"/>
                  </a:lnTo>
                  <a:lnTo>
                    <a:pt x="75314" y="408142"/>
                  </a:lnTo>
                  <a:lnTo>
                    <a:pt x="97916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20" y="0"/>
                  </a:lnTo>
                  <a:lnTo>
                    <a:pt x="4617364" y="0"/>
                  </a:lnTo>
                  <a:lnTo>
                    <a:pt x="4665414" y="1578"/>
                  </a:lnTo>
                  <a:lnTo>
                    <a:pt x="4713087" y="6287"/>
                  </a:lnTo>
                  <a:lnTo>
                    <a:pt x="4760237" y="14084"/>
                  </a:lnTo>
                  <a:lnTo>
                    <a:pt x="4806721" y="24926"/>
                  </a:lnTo>
                  <a:lnTo>
                    <a:pt x="4852396" y="38773"/>
                  </a:lnTo>
                  <a:lnTo>
                    <a:pt x="4897117" y="55581"/>
                  </a:lnTo>
                  <a:lnTo>
                    <a:pt x="4940741" y="75310"/>
                  </a:lnTo>
                  <a:lnTo>
                    <a:pt x="4983124" y="97916"/>
                  </a:lnTo>
                  <a:lnTo>
                    <a:pt x="5023927" y="123364"/>
                  </a:lnTo>
                  <a:lnTo>
                    <a:pt x="5062840" y="151309"/>
                  </a:lnTo>
                  <a:lnTo>
                    <a:pt x="5099761" y="181651"/>
                  </a:lnTo>
                  <a:lnTo>
                    <a:pt x="5134589" y="214288"/>
                  </a:lnTo>
                  <a:lnTo>
                    <a:pt x="5167223" y="249119"/>
                  </a:lnTo>
                  <a:lnTo>
                    <a:pt x="5197563" y="286042"/>
                  </a:lnTo>
                  <a:lnTo>
                    <a:pt x="5225507" y="324956"/>
                  </a:lnTo>
                  <a:lnTo>
                    <a:pt x="5250954" y="365760"/>
                  </a:lnTo>
                  <a:lnTo>
                    <a:pt x="5273561" y="408142"/>
                  </a:lnTo>
                  <a:lnTo>
                    <a:pt x="5293291" y="451765"/>
                  </a:lnTo>
                  <a:lnTo>
                    <a:pt x="5310102" y="496485"/>
                  </a:lnTo>
                  <a:lnTo>
                    <a:pt x="5323951" y="542158"/>
                  </a:lnTo>
                  <a:lnTo>
                    <a:pt x="5334796" y="588641"/>
                  </a:lnTo>
                  <a:lnTo>
                    <a:pt x="5342594" y="635791"/>
                  </a:lnTo>
                  <a:lnTo>
                    <a:pt x="5347304" y="683465"/>
                  </a:lnTo>
                  <a:lnTo>
                    <a:pt x="5348884" y="731519"/>
                  </a:lnTo>
                  <a:lnTo>
                    <a:pt x="5349240" y="3657231"/>
                  </a:lnTo>
                  <a:lnTo>
                    <a:pt x="5347660" y="3705285"/>
                  </a:lnTo>
                  <a:lnTo>
                    <a:pt x="5342950" y="3752959"/>
                  </a:lnTo>
                  <a:lnTo>
                    <a:pt x="5335152" y="3800110"/>
                  </a:lnTo>
                  <a:lnTo>
                    <a:pt x="5324308" y="3846593"/>
                  </a:lnTo>
                  <a:lnTo>
                    <a:pt x="5310460" y="3892266"/>
                  </a:lnTo>
                  <a:lnTo>
                    <a:pt x="5293652" y="3936986"/>
                  </a:lnTo>
                  <a:lnTo>
                    <a:pt x="5273925" y="3980609"/>
                  </a:lnTo>
                  <a:lnTo>
                    <a:pt x="5251323" y="4022991"/>
                  </a:lnTo>
                  <a:lnTo>
                    <a:pt x="5225875" y="4063795"/>
                  </a:lnTo>
                  <a:lnTo>
                    <a:pt x="5197930" y="4102709"/>
                  </a:lnTo>
                  <a:lnTo>
                    <a:pt x="5167588" y="4139632"/>
                  </a:lnTo>
                  <a:lnTo>
                    <a:pt x="5134951" y="4174463"/>
                  </a:lnTo>
                  <a:lnTo>
                    <a:pt x="5100120" y="4207099"/>
                  </a:lnTo>
                  <a:lnTo>
                    <a:pt x="5063197" y="4237441"/>
                  </a:lnTo>
                  <a:lnTo>
                    <a:pt x="5024283" y="4265387"/>
                  </a:lnTo>
                  <a:lnTo>
                    <a:pt x="4983480" y="4290834"/>
                  </a:lnTo>
                  <a:lnTo>
                    <a:pt x="4941097" y="4313441"/>
                  </a:lnTo>
                  <a:lnTo>
                    <a:pt x="4897474" y="4333169"/>
                  </a:lnTo>
                  <a:lnTo>
                    <a:pt x="4852754" y="4349978"/>
                  </a:lnTo>
                  <a:lnTo>
                    <a:pt x="4807081" y="4363824"/>
                  </a:lnTo>
                  <a:lnTo>
                    <a:pt x="4760598" y="4374667"/>
                  </a:lnTo>
                  <a:lnTo>
                    <a:pt x="4713448" y="4382464"/>
                  </a:lnTo>
                  <a:lnTo>
                    <a:pt x="4665774" y="4387172"/>
                  </a:lnTo>
                  <a:lnTo>
                    <a:pt x="4617720" y="4388751"/>
                  </a:lnTo>
                  <a:lnTo>
                    <a:pt x="731520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6" y="4023359"/>
                  </a:lnTo>
                  <a:lnTo>
                    <a:pt x="75314" y="3980976"/>
                  </a:lnTo>
                  <a:lnTo>
                    <a:pt x="55587" y="3937352"/>
                  </a:lnTo>
                  <a:lnTo>
                    <a:pt x="38779" y="3892631"/>
                  </a:lnTo>
                  <a:lnTo>
                    <a:pt x="24931" y="3846956"/>
                  </a:lnTo>
                  <a:lnTo>
                    <a:pt x="14087" y="3800472"/>
                  </a:lnTo>
                  <a:lnTo>
                    <a:pt x="6289" y="3753322"/>
                  </a:lnTo>
                  <a:lnTo>
                    <a:pt x="1579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74942" y="2928137"/>
            <a:ext cx="4571365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Key</a:t>
            </a:r>
            <a:r>
              <a:rPr sz="1700" spc="-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Benefits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Reduces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manual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effort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creation.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Improves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approval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publishing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workflows.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Maintains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MongoDB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data.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Provides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protected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different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Designed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with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modular,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scalable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architecture.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275" dirty="0"/>
              <a:t> </a:t>
            </a:r>
            <a:r>
              <a:rPr spc="40" dirty="0"/>
              <a:t>Architecture</a:t>
            </a:r>
            <a:endParaRPr spc="40" dirty="0"/>
          </a:p>
        </p:txBody>
      </p:sp>
      <p:sp>
        <p:nvSpPr>
          <p:cNvPr id="3" name="object 3"/>
          <p:cNvSpPr txBox="1"/>
          <p:nvPr/>
        </p:nvSpPr>
        <p:spPr>
          <a:xfrm>
            <a:off x="735380" y="1056500"/>
            <a:ext cx="40589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Layered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architecture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used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by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application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85957" y="1582902"/>
            <a:ext cx="1955164" cy="857250"/>
            <a:chOff x="4485957" y="1582902"/>
            <a:chExt cx="1955164" cy="857250"/>
          </a:xfrm>
        </p:grpSpPr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85957" y="1582902"/>
              <a:ext cx="1954796" cy="8571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25924" y="159984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12906" y="1777580"/>
            <a:ext cx="9017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JWT + </a:t>
            </a:r>
            <a:r>
              <a:rPr sz="1300" spc="-20" dirty="0">
                <a:solidFill>
                  <a:srgbClr val="F7F9FB"/>
                </a:solidFill>
                <a:latin typeface="Arial MT"/>
                <a:cs typeface="Arial MT"/>
              </a:rPr>
              <a:t>Role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Middleware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2241" y="2314422"/>
            <a:ext cx="1635125" cy="857250"/>
            <a:chOff x="462241" y="2314422"/>
            <a:chExt cx="1635125" cy="8572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241" y="2314422"/>
              <a:ext cx="1634756" cy="8571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196" y="2331364"/>
              <a:ext cx="1555115" cy="777875"/>
            </a:xfrm>
            <a:custGeom>
              <a:avLst/>
              <a:gdLst/>
              <a:ahLst/>
              <a:cxnLst/>
              <a:rect l="l" t="t" r="r" b="b"/>
              <a:pathLst>
                <a:path w="155511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425244" y="777595"/>
                  </a:lnTo>
                  <a:lnTo>
                    <a:pt x="1474752" y="767721"/>
                  </a:lnTo>
                  <a:lnTo>
                    <a:pt x="1516907" y="739660"/>
                  </a:lnTo>
                  <a:lnTo>
                    <a:pt x="1544973" y="697510"/>
                  </a:lnTo>
                  <a:lnTo>
                    <a:pt x="1554848" y="647992"/>
                  </a:lnTo>
                  <a:lnTo>
                    <a:pt x="1554823" y="129590"/>
                  </a:lnTo>
                  <a:lnTo>
                    <a:pt x="1544973" y="80440"/>
                  </a:lnTo>
                  <a:lnTo>
                    <a:pt x="1516907" y="38290"/>
                  </a:lnTo>
                  <a:lnTo>
                    <a:pt x="1474752" y="10230"/>
                  </a:lnTo>
                  <a:lnTo>
                    <a:pt x="142524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48982" y="2608465"/>
            <a:ext cx="12630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Client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/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Postman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82481" y="2314422"/>
            <a:ext cx="1818005" cy="857250"/>
            <a:chOff x="2382481" y="2314422"/>
            <a:chExt cx="1818005" cy="8572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2481" y="2314422"/>
              <a:ext cx="1817636" cy="8571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22436" y="2331364"/>
              <a:ext cx="1737995" cy="777875"/>
            </a:xfrm>
            <a:custGeom>
              <a:avLst/>
              <a:gdLst/>
              <a:ahLst/>
              <a:cxnLst/>
              <a:rect l="l" t="t" r="r" b="b"/>
              <a:pathLst>
                <a:path w="173799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08124" y="777595"/>
                  </a:lnTo>
                  <a:lnTo>
                    <a:pt x="1657632" y="767721"/>
                  </a:lnTo>
                  <a:lnTo>
                    <a:pt x="1699787" y="739660"/>
                  </a:lnTo>
                  <a:lnTo>
                    <a:pt x="1727853" y="697510"/>
                  </a:lnTo>
                  <a:lnTo>
                    <a:pt x="1737728" y="647992"/>
                  </a:lnTo>
                  <a:lnTo>
                    <a:pt x="1737703" y="129590"/>
                  </a:lnTo>
                  <a:lnTo>
                    <a:pt x="1727853" y="80440"/>
                  </a:lnTo>
                  <a:lnTo>
                    <a:pt x="1699787" y="38290"/>
                  </a:lnTo>
                  <a:lnTo>
                    <a:pt x="1657632" y="10230"/>
                  </a:lnTo>
                  <a:lnTo>
                    <a:pt x="160812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697378" y="2509100"/>
            <a:ext cx="11893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 marR="5080" indent="-25273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Express</a:t>
            </a:r>
            <a:r>
              <a:rPr sz="1300" spc="12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Server Gateway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63041" y="2314422"/>
            <a:ext cx="1909445" cy="857250"/>
            <a:chOff x="6863041" y="2314422"/>
            <a:chExt cx="1909445" cy="85725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3041" y="2314422"/>
              <a:ext cx="1909076" cy="8571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02995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398257" y="2509100"/>
            <a:ext cx="8407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Mongoose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1300" spc="-1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Layer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19819" y="2509100"/>
            <a:ext cx="4756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645" algn="l"/>
              </a:tabLst>
            </a:pPr>
            <a:r>
              <a:rPr sz="1300" b="1" u="heavy" dirty="0">
                <a:solidFill>
                  <a:srgbClr val="F7F9FB"/>
                </a:solidFill>
                <a:uFill>
                  <a:solidFill>
                    <a:srgbClr val="F7F9FB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03321" y="2314422"/>
            <a:ext cx="1909445" cy="857250"/>
            <a:chOff x="9103321" y="2314422"/>
            <a:chExt cx="1909445" cy="85725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03321" y="2314422"/>
              <a:ext cx="1909076" cy="85717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143276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9665537" y="2608465"/>
            <a:ext cx="7861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MongoDB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85957" y="3045942"/>
            <a:ext cx="1955164" cy="857250"/>
            <a:chOff x="4485957" y="3045942"/>
            <a:chExt cx="1955164" cy="857250"/>
          </a:xfrm>
        </p:grpSpPr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85957" y="3045942"/>
              <a:ext cx="1954796" cy="8571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25924" y="306288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987340" y="3240620"/>
            <a:ext cx="9531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3335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Controllers</a:t>
            </a:r>
            <a:r>
              <a:rPr sz="1300" spc="22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7F9FB"/>
                </a:solidFill>
                <a:latin typeface="Arial MT"/>
                <a:cs typeface="Arial MT"/>
              </a:rPr>
              <a:t>/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Services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04834" y="1960905"/>
            <a:ext cx="9008110" cy="2902585"/>
            <a:chOff x="2004834" y="1960905"/>
            <a:chExt cx="9008110" cy="290258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4834" y="2692425"/>
              <a:ext cx="471246" cy="1051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057399" y="2724835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54" y="1960905"/>
              <a:ext cx="471246" cy="8366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160519" y="199331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19">
                  <a:moveTo>
                    <a:pt x="0" y="731519"/>
                  </a:moveTo>
                  <a:lnTo>
                    <a:pt x="365759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7954" y="2692425"/>
              <a:ext cx="471246" cy="8366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60519" y="272483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20">
                  <a:moveTo>
                    <a:pt x="0" y="0"/>
                  </a:moveTo>
                  <a:lnTo>
                    <a:pt x="365759" y="73152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48234" y="2692425"/>
              <a:ext cx="608406" cy="83665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00800" y="2724835"/>
              <a:ext cx="502920" cy="731520"/>
            </a:xfrm>
            <a:custGeom>
              <a:avLst/>
              <a:gdLst/>
              <a:ahLst/>
              <a:cxnLst/>
              <a:rect l="l" t="t" r="r" b="b"/>
              <a:pathLst>
                <a:path w="502920" h="731520">
                  <a:moveTo>
                    <a:pt x="0" y="731520"/>
                  </a:moveTo>
                  <a:lnTo>
                    <a:pt x="50292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9954" y="2692425"/>
              <a:ext cx="516966" cy="10513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63765" y="3960355"/>
              <a:ext cx="4149001" cy="90252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903720" y="3977284"/>
              <a:ext cx="4069079" cy="822960"/>
            </a:xfrm>
            <a:custGeom>
              <a:avLst/>
              <a:gdLst/>
              <a:ahLst/>
              <a:cxnLst/>
              <a:rect l="l" t="t" r="r" b="b"/>
              <a:pathLst>
                <a:path w="4069079" h="822960">
                  <a:moveTo>
                    <a:pt x="3931564" y="0"/>
                  </a:moveTo>
                  <a:lnTo>
                    <a:pt x="137159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11" y="53589"/>
                  </a:lnTo>
                  <a:lnTo>
                    <a:pt x="4715" y="101606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4660" y="721029"/>
                  </a:lnTo>
                  <a:lnTo>
                    <a:pt x="4724" y="721347"/>
                  </a:lnTo>
                  <a:lnTo>
                    <a:pt x="10407" y="738031"/>
                  </a:lnTo>
                  <a:lnTo>
                    <a:pt x="40139" y="782774"/>
                  </a:lnTo>
                  <a:lnTo>
                    <a:pt x="84562" y="812474"/>
                  </a:lnTo>
                  <a:lnTo>
                    <a:pt x="137159" y="822959"/>
                  </a:lnTo>
                  <a:lnTo>
                    <a:pt x="3931920" y="822591"/>
                  </a:lnTo>
                  <a:lnTo>
                    <a:pt x="3984367" y="812117"/>
                  </a:lnTo>
                  <a:lnTo>
                    <a:pt x="4028895" y="782453"/>
                  </a:lnTo>
                  <a:lnTo>
                    <a:pt x="4058497" y="738242"/>
                  </a:lnTo>
                  <a:lnTo>
                    <a:pt x="4064248" y="721347"/>
                  </a:lnTo>
                  <a:lnTo>
                    <a:pt x="4064355" y="721029"/>
                  </a:lnTo>
                  <a:lnTo>
                    <a:pt x="4067810" y="703776"/>
                  </a:lnTo>
                  <a:lnTo>
                    <a:pt x="4067882" y="703418"/>
                  </a:lnTo>
                  <a:lnTo>
                    <a:pt x="4069055" y="685799"/>
                  </a:lnTo>
                  <a:lnTo>
                    <a:pt x="4068724" y="137159"/>
                  </a:lnTo>
                  <a:lnTo>
                    <a:pt x="4058239" y="84710"/>
                  </a:lnTo>
                  <a:lnTo>
                    <a:pt x="4028584" y="40182"/>
                  </a:lnTo>
                  <a:lnTo>
                    <a:pt x="3984162" y="10474"/>
                  </a:lnTo>
                  <a:lnTo>
                    <a:pt x="3949546" y="1197"/>
                  </a:lnTo>
                  <a:lnTo>
                    <a:pt x="3931564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6329883" y="3423945"/>
            <a:ext cx="627380" cy="1038225"/>
            <a:chOff x="6329883" y="3423945"/>
            <a:chExt cx="627380" cy="1038225"/>
          </a:xfrm>
        </p:grpSpPr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29883" y="3423945"/>
              <a:ext cx="626757" cy="103789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382435" y="3456355"/>
              <a:ext cx="521334" cy="932815"/>
            </a:xfrm>
            <a:custGeom>
              <a:avLst/>
              <a:gdLst/>
              <a:ahLst/>
              <a:cxnLst/>
              <a:rect l="l" t="t" r="r" b="b"/>
              <a:pathLst>
                <a:path w="521334" h="932814">
                  <a:moveTo>
                    <a:pt x="0" y="0"/>
                  </a:moveTo>
                  <a:lnTo>
                    <a:pt x="521284" y="932764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389621" y="4269143"/>
            <a:ext cx="3091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5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Flow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→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Generate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Blog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Summarize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60" dirty="0"/>
              <a:t> </a:t>
            </a:r>
            <a:r>
              <a:rPr spc="75" dirty="0"/>
              <a:t>&amp;</a:t>
            </a:r>
            <a:r>
              <a:rPr spc="60" dirty="0"/>
              <a:t> </a:t>
            </a:r>
            <a:r>
              <a:rPr dirty="0"/>
              <a:t>API</a:t>
            </a:r>
            <a:r>
              <a:rPr spc="60" dirty="0"/>
              <a:t> </a:t>
            </a:r>
            <a:r>
              <a:rPr spc="-20" dirty="0"/>
              <a:t>Flow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735736" y="1056500"/>
            <a:ext cx="27082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From</a:t>
            </a:r>
            <a:r>
              <a:rPr sz="1300" spc="4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request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to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database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91475"/>
            <a:ext cx="1139825" cy="5366385"/>
            <a:chOff x="-2656" y="1491475"/>
            <a:chExt cx="1139825" cy="536638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1491475"/>
              <a:ext cx="537121" cy="5367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724" y="15084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13142" y="163285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7096" y="1522704"/>
            <a:ext cx="1071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User </a:t>
            </a:r>
            <a:r>
              <a:rPr sz="15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Client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3136" y="1522704"/>
            <a:ext cx="143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Sends</a:t>
            </a:r>
            <a:r>
              <a:rPr sz="1350" spc="-8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API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request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9757" y="1936788"/>
            <a:ext cx="537210" cy="749935"/>
            <a:chOff x="599757" y="1936788"/>
            <a:chExt cx="537210" cy="74993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1936788"/>
              <a:ext cx="98996" cy="29952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8679" y="196596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2149906"/>
              <a:ext cx="537121" cy="53677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9724" y="216683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13142" y="229129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7464" y="2181149"/>
            <a:ext cx="1231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Authentication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63136" y="2181136"/>
            <a:ext cx="17386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350" spc="-4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token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9757" y="2594876"/>
            <a:ext cx="537210" cy="750570"/>
            <a:chOff x="599757" y="2594876"/>
            <a:chExt cx="537210" cy="75057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2594876"/>
              <a:ext cx="98996" cy="2998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8679" y="262403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2808350"/>
              <a:ext cx="537121" cy="5367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724" y="28252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13142" y="294974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7096" y="2839580"/>
            <a:ext cx="1136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Authorization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63136" y="2839580"/>
            <a:ext cx="23107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permissions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checked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9757" y="3253308"/>
            <a:ext cx="537210" cy="749935"/>
            <a:chOff x="599757" y="3253308"/>
            <a:chExt cx="537210" cy="74993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3253308"/>
              <a:ext cx="98996" cy="29989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68679" y="3282479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3466426"/>
              <a:ext cx="537121" cy="53677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9724" y="34833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7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13142" y="360781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7464" y="3498024"/>
            <a:ext cx="850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Controller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63136" y="3498024"/>
            <a:ext cx="20269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Business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logic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executed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99757" y="3911752"/>
            <a:ext cx="537210" cy="749935"/>
            <a:chOff x="599757" y="3911752"/>
            <a:chExt cx="537210" cy="74993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3911752"/>
              <a:ext cx="98996" cy="29988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8679" y="3940924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31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4124871"/>
              <a:ext cx="537121" cy="53676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9724" y="4141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13142" y="426626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57096" y="4156100"/>
            <a:ext cx="915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Mongoose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63504" y="4156100"/>
            <a:ext cx="24720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Schema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+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DB 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query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99757" y="4570183"/>
            <a:ext cx="537210" cy="749935"/>
            <a:chOff x="599757" y="4570183"/>
            <a:chExt cx="537210" cy="749935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4570183"/>
              <a:ext cx="98996" cy="29954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68679" y="459935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88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4783315"/>
              <a:ext cx="537121" cy="53676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39724" y="4800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813142" y="492469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6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57096" y="4814544"/>
            <a:ext cx="87121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MongoDB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63136" y="4814544"/>
            <a:ext cx="18846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stored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/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retrieved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9757" y="5228628"/>
            <a:ext cx="537210" cy="749935"/>
            <a:chOff x="599757" y="5228628"/>
            <a:chExt cx="537210" cy="749935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5228628"/>
              <a:ext cx="98996" cy="29952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68679" y="525780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5441746"/>
              <a:ext cx="537121" cy="53677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39724" y="54586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599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199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599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813142" y="558313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57096" y="5472988"/>
            <a:ext cx="14433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JSON</a:t>
            </a:r>
            <a:r>
              <a:rPr sz="1500" b="1" spc="-6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4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Response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63136" y="5472976"/>
            <a:ext cx="18275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Result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returned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client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MVC</a:t>
            </a:r>
            <a:r>
              <a:rPr spc="35" dirty="0"/>
              <a:t> </a:t>
            </a:r>
            <a:r>
              <a:rPr dirty="0"/>
              <a:t>+</a:t>
            </a:r>
            <a:r>
              <a:rPr spc="50" dirty="0"/>
              <a:t> </a:t>
            </a:r>
            <a:r>
              <a:rPr dirty="0"/>
              <a:t>Database</a:t>
            </a:r>
            <a:r>
              <a:rPr spc="40" dirty="0"/>
              <a:t> </a:t>
            </a:r>
            <a:r>
              <a:rPr spc="-10" dirty="0"/>
              <a:t>Design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3096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How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separates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responsibilities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420"/>
            <a:ext cx="4161790" cy="5371465"/>
            <a:chOff x="-2656" y="1486420"/>
            <a:chExt cx="4161790" cy="537146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4715" y="1486420"/>
              <a:ext cx="3564356" cy="45698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66249" y="4002494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97826" y="2914459"/>
            <a:ext cx="267970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MODEL</a:t>
            </a:r>
            <a:endParaRPr sz="1700">
              <a:latin typeface="Arial MT"/>
              <a:cs typeface="Arial MT"/>
            </a:endParaRPr>
          </a:p>
          <a:p>
            <a:pPr marL="12700" marR="147955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Mongoose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schemas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define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the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data</a:t>
            </a:r>
            <a:r>
              <a:rPr sz="1350" spc="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blueprint.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Validation,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defaults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indexing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applied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before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persistence.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Collections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users,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posts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comments.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98035" y="1486420"/>
            <a:ext cx="3564890" cy="4570095"/>
            <a:chOff x="4298035" y="1486420"/>
            <a:chExt cx="3564890" cy="4570095"/>
          </a:xfrm>
        </p:grpSpPr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98035" y="1486420"/>
              <a:ext cx="3564356" cy="45698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701146" y="3017062"/>
            <a:ext cx="2784475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532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CONTROLLER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Receives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from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routes.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Checks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constraints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delegates workflows.</a:t>
            </a:r>
            <a:endParaRPr sz="1350">
              <a:latin typeface="Arial MT"/>
              <a:cs typeface="Arial MT"/>
            </a:endParaRPr>
          </a:p>
          <a:p>
            <a:pPr marL="12700" marR="47180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Returns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standardized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JSON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responses.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01355" y="1486420"/>
            <a:ext cx="3564890" cy="4570095"/>
            <a:chOff x="8001355" y="1486420"/>
            <a:chExt cx="3564890" cy="4570095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01355" y="1486420"/>
              <a:ext cx="3564356" cy="45698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6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6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404466" y="2914459"/>
            <a:ext cx="270002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VIEW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/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ROUTING</a:t>
            </a:r>
            <a:endParaRPr sz="170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Headless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backend: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no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traditional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UI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templates.</a:t>
            </a:r>
            <a:endParaRPr sz="1350">
              <a:latin typeface="Arial MT"/>
              <a:cs typeface="Arial MT"/>
            </a:endParaRPr>
          </a:p>
          <a:p>
            <a:pPr marL="12700" marR="209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routing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layer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paths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to</a:t>
            </a:r>
            <a:r>
              <a:rPr sz="1350" spc="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controllers.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Examples: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40" dirty="0">
                <a:solidFill>
                  <a:srgbClr val="222C40"/>
                </a:solidFill>
                <a:latin typeface="Arial MT"/>
                <a:cs typeface="Arial MT"/>
              </a:rPr>
              <a:t>GET,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30" dirty="0">
                <a:solidFill>
                  <a:srgbClr val="222C40"/>
                </a:solidFill>
                <a:latin typeface="Arial MT"/>
                <a:cs typeface="Arial MT"/>
              </a:rPr>
              <a:t>POST,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PUT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DELETE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endpoints.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3721" y="5606275"/>
            <a:ext cx="1452245" cy="464184"/>
            <a:chOff x="873721" y="5606275"/>
            <a:chExt cx="1452245" cy="464184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721" y="5606275"/>
              <a:ext cx="1451876" cy="4640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36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435938" y="5718861"/>
            <a:ext cx="327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User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8241" y="5606275"/>
            <a:ext cx="1452245" cy="464184"/>
            <a:chOff x="2748241" y="5606275"/>
            <a:chExt cx="1452245" cy="464184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8241" y="5606275"/>
              <a:ext cx="1451876" cy="46404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8819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319094" y="5718861"/>
            <a:ext cx="309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Post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22762" y="5606275"/>
            <a:ext cx="1452245" cy="464184"/>
            <a:chOff x="4622762" y="5606275"/>
            <a:chExt cx="1452245" cy="464184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2762" y="5606275"/>
              <a:ext cx="1451876" cy="46404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6271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024424" y="5718861"/>
            <a:ext cx="6483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Comment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274521" y="5606275"/>
            <a:ext cx="1726564" cy="464184"/>
            <a:chOff x="7274521" y="5606275"/>
            <a:chExt cx="1726564" cy="464184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4521" y="5606275"/>
              <a:ext cx="1726196" cy="4640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14476" y="5623204"/>
              <a:ext cx="1646555" cy="384810"/>
            </a:xfrm>
            <a:custGeom>
              <a:avLst/>
              <a:gdLst/>
              <a:ahLst/>
              <a:cxnLst/>
              <a:rect l="l" t="t" r="r" b="b"/>
              <a:pathLst>
                <a:path w="164655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582204" y="384479"/>
                  </a:lnTo>
                  <a:lnTo>
                    <a:pt x="1621241" y="371115"/>
                  </a:lnTo>
                  <a:lnTo>
                    <a:pt x="1644126" y="336954"/>
                  </a:lnTo>
                  <a:lnTo>
                    <a:pt x="1646288" y="320395"/>
                  </a:lnTo>
                  <a:lnTo>
                    <a:pt x="1646264" y="64071"/>
                  </a:lnTo>
                  <a:lnTo>
                    <a:pt x="1632923" y="25397"/>
                  </a:lnTo>
                  <a:lnTo>
                    <a:pt x="1598763" y="2516"/>
                  </a:lnTo>
                  <a:lnTo>
                    <a:pt x="158220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826654" y="5718861"/>
            <a:ext cx="621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1</a:t>
            </a: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b="1" spc="-430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→</a:t>
            </a:r>
            <a:r>
              <a:rPr sz="1100" b="1" spc="-15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Many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31921" y="5606275"/>
            <a:ext cx="1452245" cy="464184"/>
            <a:chOff x="9331921" y="5606275"/>
            <a:chExt cx="1452245" cy="464184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1921" y="5606275"/>
              <a:ext cx="1451876" cy="46404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718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861384" y="5718861"/>
            <a:ext cx="392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Roles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spc="30" dirty="0"/>
              <a:t> </a:t>
            </a:r>
            <a:r>
              <a:rPr dirty="0"/>
              <a:t>Features</a:t>
            </a:r>
            <a:r>
              <a:rPr spc="30" dirty="0"/>
              <a:t> </a:t>
            </a:r>
            <a:r>
              <a:rPr spc="75" dirty="0"/>
              <a:t>&amp;</a:t>
            </a:r>
            <a:r>
              <a:rPr spc="30" dirty="0"/>
              <a:t> </a:t>
            </a:r>
            <a:r>
              <a:rPr spc="40" dirty="0"/>
              <a:t>Security</a:t>
            </a:r>
            <a:endParaRPr spc="40" dirty="0"/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6645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Intelligent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automation</a:t>
            </a:r>
            <a:r>
              <a:rPr sz="1300" spc="114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with</a:t>
            </a:r>
            <a:r>
              <a:rPr sz="1300" spc="12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protected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API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access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776"/>
            <a:ext cx="6082030" cy="5371465"/>
            <a:chOff x="-2656" y="1486776"/>
            <a:chExt cx="6082030" cy="537146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4715" y="1486776"/>
              <a:ext cx="5484596" cy="46155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754926" y="0"/>
                  </a:moveTo>
                  <a:lnTo>
                    <a:pt x="705372" y="1629"/>
                  </a:lnTo>
                  <a:lnTo>
                    <a:pt x="656182" y="6490"/>
                  </a:lnTo>
                  <a:lnTo>
                    <a:pt x="607515" y="14539"/>
                  </a:lnTo>
                  <a:lnTo>
                    <a:pt x="559533" y="25736"/>
                  </a:lnTo>
                  <a:lnTo>
                    <a:pt x="512395" y="40038"/>
                  </a:lnTo>
                  <a:lnTo>
                    <a:pt x="466261" y="57403"/>
                  </a:lnTo>
                  <a:lnTo>
                    <a:pt x="421292" y="77789"/>
                  </a:lnTo>
                  <a:lnTo>
                    <a:pt x="377647" y="101155"/>
                  </a:lnTo>
                  <a:lnTo>
                    <a:pt x="335526" y="127343"/>
                  </a:lnTo>
                  <a:lnTo>
                    <a:pt x="295367" y="156147"/>
                  </a:lnTo>
                  <a:lnTo>
                    <a:pt x="257277" y="187448"/>
                  </a:lnTo>
                  <a:lnTo>
                    <a:pt x="221359" y="221129"/>
                  </a:lnTo>
                  <a:lnTo>
                    <a:pt x="187720" y="257070"/>
                  </a:lnTo>
                  <a:lnTo>
                    <a:pt x="156464" y="295154"/>
                  </a:lnTo>
                  <a:lnTo>
                    <a:pt x="127697" y="335263"/>
                  </a:lnTo>
                  <a:lnTo>
                    <a:pt x="101523" y="377278"/>
                  </a:lnTo>
                  <a:lnTo>
                    <a:pt x="78158" y="421025"/>
                  </a:lnTo>
                  <a:lnTo>
                    <a:pt x="57771" y="466043"/>
                  </a:lnTo>
                  <a:lnTo>
                    <a:pt x="40406" y="512183"/>
                  </a:lnTo>
                  <a:lnTo>
                    <a:pt x="26104" y="559298"/>
                  </a:lnTo>
                  <a:lnTo>
                    <a:pt x="14908" y="607241"/>
                  </a:lnTo>
                  <a:lnTo>
                    <a:pt x="6858" y="655863"/>
                  </a:lnTo>
                  <a:lnTo>
                    <a:pt x="1997" y="705018"/>
                  </a:lnTo>
                  <a:lnTo>
                    <a:pt x="368" y="754557"/>
                  </a:lnTo>
                  <a:lnTo>
                    <a:pt x="0" y="3772077"/>
                  </a:lnTo>
                  <a:lnTo>
                    <a:pt x="1630" y="3821628"/>
                  </a:lnTo>
                  <a:lnTo>
                    <a:pt x="6492" y="3870816"/>
                  </a:lnTo>
                  <a:lnTo>
                    <a:pt x="14543" y="3919482"/>
                  </a:lnTo>
                  <a:lnTo>
                    <a:pt x="25710" y="3967327"/>
                  </a:lnTo>
                  <a:lnTo>
                    <a:pt x="39998" y="4014443"/>
                  </a:lnTo>
                  <a:lnTo>
                    <a:pt x="57355" y="4060585"/>
                  </a:lnTo>
                  <a:lnTo>
                    <a:pt x="77802" y="4105711"/>
                  </a:lnTo>
                  <a:lnTo>
                    <a:pt x="101168" y="4149356"/>
                  </a:lnTo>
                  <a:lnTo>
                    <a:pt x="127352" y="4191474"/>
                  </a:lnTo>
                  <a:lnTo>
                    <a:pt x="156045" y="4231480"/>
                  </a:lnTo>
                  <a:lnTo>
                    <a:pt x="187451" y="4269721"/>
                  </a:lnTo>
                  <a:lnTo>
                    <a:pt x="221005" y="4305506"/>
                  </a:lnTo>
                  <a:lnTo>
                    <a:pt x="257071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30" y="4448842"/>
                  </a:lnTo>
                  <a:lnTo>
                    <a:pt x="466050" y="4469226"/>
                  </a:lnTo>
                  <a:lnTo>
                    <a:pt x="512192" y="4486591"/>
                  </a:lnTo>
                  <a:lnTo>
                    <a:pt x="559307" y="4500894"/>
                  </a:lnTo>
                  <a:lnTo>
                    <a:pt x="607250" y="4512092"/>
                  </a:lnTo>
                  <a:lnTo>
                    <a:pt x="655870" y="4520143"/>
                  </a:lnTo>
                  <a:lnTo>
                    <a:pt x="705022" y="4525005"/>
                  </a:lnTo>
                  <a:lnTo>
                    <a:pt x="754557" y="4526635"/>
                  </a:lnTo>
                  <a:lnTo>
                    <a:pt x="4640757" y="4526635"/>
                  </a:lnTo>
                  <a:lnTo>
                    <a:pt x="4690311" y="4525005"/>
                  </a:lnTo>
                  <a:lnTo>
                    <a:pt x="4739502" y="4520143"/>
                  </a:lnTo>
                  <a:lnTo>
                    <a:pt x="4788168" y="4512092"/>
                  </a:lnTo>
                  <a:lnTo>
                    <a:pt x="4836152" y="4500894"/>
                  </a:lnTo>
                  <a:lnTo>
                    <a:pt x="4883291" y="4486591"/>
                  </a:lnTo>
                  <a:lnTo>
                    <a:pt x="4929427" y="4469226"/>
                  </a:lnTo>
                  <a:lnTo>
                    <a:pt x="4974400" y="4448842"/>
                  </a:lnTo>
                  <a:lnTo>
                    <a:pt x="5018049" y="4425480"/>
                  </a:lnTo>
                  <a:lnTo>
                    <a:pt x="5060143" y="4399306"/>
                  </a:lnTo>
                  <a:lnTo>
                    <a:pt x="5100253" y="4370537"/>
                  </a:lnTo>
                  <a:lnTo>
                    <a:pt x="5138299" y="4339280"/>
                  </a:lnTo>
                  <a:lnTo>
                    <a:pt x="5174330" y="4305506"/>
                  </a:lnTo>
                  <a:lnTo>
                    <a:pt x="5207970" y="4269565"/>
                  </a:lnTo>
                  <a:lnTo>
                    <a:pt x="5239102" y="4231630"/>
                  </a:lnTo>
                  <a:lnTo>
                    <a:pt x="5267917" y="4191474"/>
                  </a:lnTo>
                  <a:lnTo>
                    <a:pt x="5294160" y="4149356"/>
                  </a:lnTo>
                  <a:lnTo>
                    <a:pt x="5317469" y="4105711"/>
                  </a:lnTo>
                  <a:lnTo>
                    <a:pt x="5337843" y="4060740"/>
                  </a:lnTo>
                  <a:lnTo>
                    <a:pt x="5355220" y="4014605"/>
                  </a:lnTo>
                  <a:lnTo>
                    <a:pt x="5369543" y="3967465"/>
                  </a:lnTo>
                  <a:lnTo>
                    <a:pt x="5380761" y="3919482"/>
                  </a:lnTo>
                  <a:lnTo>
                    <a:pt x="5388827" y="3870816"/>
                  </a:lnTo>
                  <a:lnTo>
                    <a:pt x="5393696" y="3821628"/>
                  </a:lnTo>
                  <a:lnTo>
                    <a:pt x="5395328" y="3772077"/>
                  </a:lnTo>
                  <a:lnTo>
                    <a:pt x="5395316" y="754557"/>
                  </a:lnTo>
                  <a:lnTo>
                    <a:pt x="5393698" y="705363"/>
                  </a:lnTo>
                  <a:lnTo>
                    <a:pt x="5388836" y="656174"/>
                  </a:lnTo>
                  <a:lnTo>
                    <a:pt x="5380784" y="607508"/>
                  </a:lnTo>
                  <a:lnTo>
                    <a:pt x="5369585" y="559525"/>
                  </a:lnTo>
                  <a:lnTo>
                    <a:pt x="5355281" y="512385"/>
                  </a:lnTo>
                  <a:lnTo>
                    <a:pt x="5337913" y="466250"/>
                  </a:lnTo>
                  <a:lnTo>
                    <a:pt x="5317526" y="421279"/>
                  </a:lnTo>
                  <a:lnTo>
                    <a:pt x="5294160" y="377634"/>
                  </a:lnTo>
                  <a:lnTo>
                    <a:pt x="5267975" y="335517"/>
                  </a:lnTo>
                  <a:lnTo>
                    <a:pt x="5239175" y="295360"/>
                  </a:lnTo>
                  <a:lnTo>
                    <a:pt x="5207876" y="257269"/>
                  </a:lnTo>
                  <a:lnTo>
                    <a:pt x="5174197" y="221351"/>
                  </a:lnTo>
                  <a:lnTo>
                    <a:pt x="5138257" y="187710"/>
                  </a:lnTo>
                  <a:lnTo>
                    <a:pt x="5100173" y="156453"/>
                  </a:lnTo>
                  <a:lnTo>
                    <a:pt x="5060064" y="127684"/>
                  </a:lnTo>
                  <a:lnTo>
                    <a:pt x="5018049" y="101511"/>
                  </a:lnTo>
                  <a:lnTo>
                    <a:pt x="4974298" y="78149"/>
                  </a:lnTo>
                  <a:lnTo>
                    <a:pt x="4929277" y="57764"/>
                  </a:lnTo>
                  <a:lnTo>
                    <a:pt x="4883135" y="40399"/>
                  </a:lnTo>
                  <a:lnTo>
                    <a:pt x="4836018" y="26096"/>
                  </a:lnTo>
                  <a:lnTo>
                    <a:pt x="4788075" y="14898"/>
                  </a:lnTo>
                  <a:lnTo>
                    <a:pt x="4739452" y="6847"/>
                  </a:lnTo>
                  <a:lnTo>
                    <a:pt x="4690297" y="1985"/>
                  </a:lnTo>
                  <a:lnTo>
                    <a:pt x="4640757" y="355"/>
                  </a:lnTo>
                  <a:lnTo>
                    <a:pt x="754926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368" y="754557"/>
                  </a:moveTo>
                  <a:lnTo>
                    <a:pt x="1997" y="705018"/>
                  </a:lnTo>
                  <a:lnTo>
                    <a:pt x="6858" y="655863"/>
                  </a:lnTo>
                  <a:lnTo>
                    <a:pt x="14908" y="607241"/>
                  </a:lnTo>
                  <a:lnTo>
                    <a:pt x="26104" y="559298"/>
                  </a:lnTo>
                  <a:lnTo>
                    <a:pt x="40406" y="512183"/>
                  </a:lnTo>
                  <a:lnTo>
                    <a:pt x="57771" y="466043"/>
                  </a:lnTo>
                  <a:lnTo>
                    <a:pt x="78158" y="421025"/>
                  </a:lnTo>
                  <a:lnTo>
                    <a:pt x="101523" y="377278"/>
                  </a:lnTo>
                  <a:lnTo>
                    <a:pt x="127697" y="335263"/>
                  </a:lnTo>
                  <a:lnTo>
                    <a:pt x="156464" y="295154"/>
                  </a:lnTo>
                  <a:lnTo>
                    <a:pt x="187720" y="257070"/>
                  </a:lnTo>
                  <a:lnTo>
                    <a:pt x="221359" y="221129"/>
                  </a:lnTo>
                  <a:lnTo>
                    <a:pt x="257277" y="187448"/>
                  </a:lnTo>
                  <a:lnTo>
                    <a:pt x="295367" y="156147"/>
                  </a:lnTo>
                  <a:lnTo>
                    <a:pt x="335526" y="127343"/>
                  </a:lnTo>
                  <a:lnTo>
                    <a:pt x="377647" y="101155"/>
                  </a:lnTo>
                  <a:lnTo>
                    <a:pt x="421292" y="77789"/>
                  </a:lnTo>
                  <a:lnTo>
                    <a:pt x="466261" y="57403"/>
                  </a:lnTo>
                  <a:lnTo>
                    <a:pt x="512395" y="40038"/>
                  </a:lnTo>
                  <a:lnTo>
                    <a:pt x="559533" y="25736"/>
                  </a:lnTo>
                  <a:lnTo>
                    <a:pt x="607515" y="14539"/>
                  </a:lnTo>
                  <a:lnTo>
                    <a:pt x="656182" y="6490"/>
                  </a:lnTo>
                  <a:lnTo>
                    <a:pt x="705372" y="1629"/>
                  </a:lnTo>
                  <a:lnTo>
                    <a:pt x="754926" y="0"/>
                  </a:lnTo>
                  <a:lnTo>
                    <a:pt x="4640757" y="355"/>
                  </a:lnTo>
                  <a:lnTo>
                    <a:pt x="4690297" y="1985"/>
                  </a:lnTo>
                  <a:lnTo>
                    <a:pt x="4739452" y="6847"/>
                  </a:lnTo>
                  <a:lnTo>
                    <a:pt x="4788075" y="14898"/>
                  </a:lnTo>
                  <a:lnTo>
                    <a:pt x="4836018" y="26096"/>
                  </a:lnTo>
                  <a:lnTo>
                    <a:pt x="4883135" y="40399"/>
                  </a:lnTo>
                  <a:lnTo>
                    <a:pt x="4929277" y="57764"/>
                  </a:lnTo>
                  <a:lnTo>
                    <a:pt x="4974298" y="78149"/>
                  </a:lnTo>
                  <a:lnTo>
                    <a:pt x="5018049" y="101511"/>
                  </a:lnTo>
                  <a:lnTo>
                    <a:pt x="5060064" y="127684"/>
                  </a:lnTo>
                  <a:lnTo>
                    <a:pt x="5100173" y="156453"/>
                  </a:lnTo>
                  <a:lnTo>
                    <a:pt x="5138257" y="187710"/>
                  </a:lnTo>
                  <a:lnTo>
                    <a:pt x="5174197" y="221351"/>
                  </a:lnTo>
                  <a:lnTo>
                    <a:pt x="5207876" y="257269"/>
                  </a:lnTo>
                  <a:lnTo>
                    <a:pt x="5239175" y="295360"/>
                  </a:lnTo>
                  <a:lnTo>
                    <a:pt x="5267975" y="335517"/>
                  </a:lnTo>
                  <a:lnTo>
                    <a:pt x="5294160" y="377634"/>
                  </a:lnTo>
                  <a:lnTo>
                    <a:pt x="5317526" y="421279"/>
                  </a:lnTo>
                  <a:lnTo>
                    <a:pt x="5337913" y="466250"/>
                  </a:lnTo>
                  <a:lnTo>
                    <a:pt x="5355281" y="512385"/>
                  </a:lnTo>
                  <a:lnTo>
                    <a:pt x="5369585" y="559525"/>
                  </a:lnTo>
                  <a:lnTo>
                    <a:pt x="5380784" y="607508"/>
                  </a:lnTo>
                  <a:lnTo>
                    <a:pt x="5388836" y="656174"/>
                  </a:lnTo>
                  <a:lnTo>
                    <a:pt x="5393698" y="705363"/>
                  </a:lnTo>
                  <a:lnTo>
                    <a:pt x="5395328" y="754913"/>
                  </a:lnTo>
                  <a:lnTo>
                    <a:pt x="5395328" y="3772077"/>
                  </a:lnTo>
                  <a:lnTo>
                    <a:pt x="5393698" y="3821612"/>
                  </a:lnTo>
                  <a:lnTo>
                    <a:pt x="5388836" y="3870764"/>
                  </a:lnTo>
                  <a:lnTo>
                    <a:pt x="5380784" y="3919385"/>
                  </a:lnTo>
                  <a:lnTo>
                    <a:pt x="5369585" y="3967327"/>
                  </a:lnTo>
                  <a:lnTo>
                    <a:pt x="5355281" y="4014443"/>
                  </a:lnTo>
                  <a:lnTo>
                    <a:pt x="5337913" y="4060585"/>
                  </a:lnTo>
                  <a:lnTo>
                    <a:pt x="5317526" y="4105605"/>
                  </a:lnTo>
                  <a:lnTo>
                    <a:pt x="5294160" y="4149356"/>
                  </a:lnTo>
                  <a:lnTo>
                    <a:pt x="5267990" y="4191372"/>
                  </a:lnTo>
                  <a:lnTo>
                    <a:pt x="5239225" y="4231480"/>
                  </a:lnTo>
                  <a:lnTo>
                    <a:pt x="5207970" y="4269565"/>
                  </a:lnTo>
                  <a:lnTo>
                    <a:pt x="5174330" y="4305506"/>
                  </a:lnTo>
                  <a:lnTo>
                    <a:pt x="5138413" y="4339186"/>
                  </a:lnTo>
                  <a:lnTo>
                    <a:pt x="5100323" y="4370487"/>
                  </a:lnTo>
                  <a:lnTo>
                    <a:pt x="5060166" y="4399291"/>
                  </a:lnTo>
                  <a:lnTo>
                    <a:pt x="5018049" y="4425480"/>
                  </a:lnTo>
                  <a:lnTo>
                    <a:pt x="4974400" y="4448842"/>
                  </a:lnTo>
                  <a:lnTo>
                    <a:pt x="4929427" y="4469226"/>
                  </a:lnTo>
                  <a:lnTo>
                    <a:pt x="4883291" y="4486591"/>
                  </a:lnTo>
                  <a:lnTo>
                    <a:pt x="4836152" y="4500894"/>
                  </a:lnTo>
                  <a:lnTo>
                    <a:pt x="4788168" y="4512092"/>
                  </a:lnTo>
                  <a:lnTo>
                    <a:pt x="4739502" y="4520143"/>
                  </a:lnTo>
                  <a:lnTo>
                    <a:pt x="4690311" y="4525005"/>
                  </a:lnTo>
                  <a:lnTo>
                    <a:pt x="4640757" y="4526635"/>
                  </a:lnTo>
                  <a:lnTo>
                    <a:pt x="754557" y="4526635"/>
                  </a:lnTo>
                  <a:lnTo>
                    <a:pt x="705022" y="4525005"/>
                  </a:lnTo>
                  <a:lnTo>
                    <a:pt x="655870" y="4520143"/>
                  </a:lnTo>
                  <a:lnTo>
                    <a:pt x="607250" y="4512092"/>
                  </a:lnTo>
                  <a:lnTo>
                    <a:pt x="559307" y="4500894"/>
                  </a:lnTo>
                  <a:lnTo>
                    <a:pt x="512192" y="4486591"/>
                  </a:lnTo>
                  <a:lnTo>
                    <a:pt x="466050" y="4469226"/>
                  </a:lnTo>
                  <a:lnTo>
                    <a:pt x="421030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1" y="4339280"/>
                  </a:lnTo>
                  <a:lnTo>
                    <a:pt x="221130" y="4305639"/>
                  </a:lnTo>
                  <a:lnTo>
                    <a:pt x="187451" y="4269721"/>
                  </a:lnTo>
                  <a:lnTo>
                    <a:pt x="156153" y="4231630"/>
                  </a:lnTo>
                  <a:lnTo>
                    <a:pt x="127352" y="4191474"/>
                  </a:lnTo>
                  <a:lnTo>
                    <a:pt x="101168" y="4149356"/>
                  </a:lnTo>
                  <a:lnTo>
                    <a:pt x="77802" y="4105711"/>
                  </a:lnTo>
                  <a:lnTo>
                    <a:pt x="57414" y="4060740"/>
                  </a:lnTo>
                  <a:lnTo>
                    <a:pt x="40047" y="4014605"/>
                  </a:lnTo>
                  <a:lnTo>
                    <a:pt x="25742" y="3967465"/>
                  </a:lnTo>
                  <a:lnTo>
                    <a:pt x="14543" y="3919482"/>
                  </a:lnTo>
                  <a:lnTo>
                    <a:pt x="6492" y="3870816"/>
                  </a:lnTo>
                  <a:lnTo>
                    <a:pt x="1630" y="3821628"/>
                  </a:lnTo>
                  <a:lnTo>
                    <a:pt x="0" y="3772077"/>
                  </a:lnTo>
                  <a:lnTo>
                    <a:pt x="368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473820" y="2790253"/>
            <a:ext cx="17621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AI</a:t>
            </a:r>
            <a:r>
              <a:rPr sz="1700" spc="4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CAPABILITIES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8943" y="3049460"/>
            <a:ext cx="4540885" cy="173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810" indent="106680">
              <a:lnSpc>
                <a:spcPct val="100000"/>
              </a:lnSpc>
              <a:spcBef>
                <a:spcPts val="1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Generation: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creates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posts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from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high-level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themes.</a:t>
            </a:r>
            <a:endParaRPr sz="1350">
              <a:latin typeface="Arial MT"/>
              <a:cs typeface="Arial MT"/>
            </a:endParaRPr>
          </a:p>
          <a:p>
            <a:pPr marL="12700" marR="3511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Summarization: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converts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long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article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into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concise</a:t>
            </a:r>
            <a:r>
              <a:rPr sz="1350" spc="17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summaries.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ts val="162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Flow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specialized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such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as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/api/ai/generate-blog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/api/ai/summarize.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Gemini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integrated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intelligent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assistance.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7203" y="1486776"/>
            <a:ext cx="5439410" cy="4615815"/>
            <a:chOff x="6127203" y="1486776"/>
            <a:chExt cx="5439410" cy="46158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7203" y="1486776"/>
              <a:ext cx="5438876" cy="46155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754913" y="0"/>
                  </a:moveTo>
                  <a:lnTo>
                    <a:pt x="705363" y="1629"/>
                  </a:lnTo>
                  <a:lnTo>
                    <a:pt x="656174" y="6490"/>
                  </a:lnTo>
                  <a:lnTo>
                    <a:pt x="607508" y="14539"/>
                  </a:lnTo>
                  <a:lnTo>
                    <a:pt x="559525" y="25736"/>
                  </a:lnTo>
                  <a:lnTo>
                    <a:pt x="512385" y="40038"/>
                  </a:lnTo>
                  <a:lnTo>
                    <a:pt x="466250" y="57403"/>
                  </a:lnTo>
                  <a:lnTo>
                    <a:pt x="421279" y="77789"/>
                  </a:lnTo>
                  <a:lnTo>
                    <a:pt x="377634" y="101155"/>
                  </a:lnTo>
                  <a:lnTo>
                    <a:pt x="335517" y="127343"/>
                  </a:lnTo>
                  <a:lnTo>
                    <a:pt x="295360" y="156147"/>
                  </a:lnTo>
                  <a:lnTo>
                    <a:pt x="257269" y="187448"/>
                  </a:lnTo>
                  <a:lnTo>
                    <a:pt x="221351" y="221129"/>
                  </a:lnTo>
                  <a:lnTo>
                    <a:pt x="187710" y="257070"/>
                  </a:lnTo>
                  <a:lnTo>
                    <a:pt x="156453" y="295154"/>
                  </a:lnTo>
                  <a:lnTo>
                    <a:pt x="127684" y="335263"/>
                  </a:lnTo>
                  <a:lnTo>
                    <a:pt x="101511" y="377278"/>
                  </a:lnTo>
                  <a:lnTo>
                    <a:pt x="78149" y="421025"/>
                  </a:lnTo>
                  <a:lnTo>
                    <a:pt x="57764" y="466043"/>
                  </a:lnTo>
                  <a:lnTo>
                    <a:pt x="40399" y="512183"/>
                  </a:lnTo>
                  <a:lnTo>
                    <a:pt x="26096" y="559298"/>
                  </a:lnTo>
                  <a:lnTo>
                    <a:pt x="14898" y="607241"/>
                  </a:lnTo>
                  <a:lnTo>
                    <a:pt x="6847" y="655863"/>
                  </a:lnTo>
                  <a:lnTo>
                    <a:pt x="1985" y="705018"/>
                  </a:lnTo>
                  <a:lnTo>
                    <a:pt x="355" y="754557"/>
                  </a:lnTo>
                  <a:lnTo>
                    <a:pt x="0" y="3772077"/>
                  </a:lnTo>
                  <a:lnTo>
                    <a:pt x="1629" y="3821628"/>
                  </a:lnTo>
                  <a:lnTo>
                    <a:pt x="6490" y="3870816"/>
                  </a:lnTo>
                  <a:lnTo>
                    <a:pt x="14539" y="3919482"/>
                  </a:lnTo>
                  <a:lnTo>
                    <a:pt x="25704" y="3967327"/>
                  </a:lnTo>
                  <a:lnTo>
                    <a:pt x="39989" y="4014443"/>
                  </a:lnTo>
                  <a:lnTo>
                    <a:pt x="57345" y="4060585"/>
                  </a:lnTo>
                  <a:lnTo>
                    <a:pt x="77789" y="4105711"/>
                  </a:lnTo>
                  <a:lnTo>
                    <a:pt x="101155" y="4149356"/>
                  </a:lnTo>
                  <a:lnTo>
                    <a:pt x="127343" y="4191474"/>
                  </a:lnTo>
                  <a:lnTo>
                    <a:pt x="156040" y="4231480"/>
                  </a:lnTo>
                  <a:lnTo>
                    <a:pt x="187448" y="4269721"/>
                  </a:lnTo>
                  <a:lnTo>
                    <a:pt x="221004" y="4305506"/>
                  </a:lnTo>
                  <a:lnTo>
                    <a:pt x="257070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25" y="4448842"/>
                  </a:lnTo>
                  <a:lnTo>
                    <a:pt x="466043" y="4469226"/>
                  </a:lnTo>
                  <a:lnTo>
                    <a:pt x="512183" y="4486591"/>
                  </a:lnTo>
                  <a:lnTo>
                    <a:pt x="559298" y="4500894"/>
                  </a:lnTo>
                  <a:lnTo>
                    <a:pt x="607241" y="4512092"/>
                  </a:lnTo>
                  <a:lnTo>
                    <a:pt x="655863" y="4520143"/>
                  </a:lnTo>
                  <a:lnTo>
                    <a:pt x="705018" y="4525005"/>
                  </a:lnTo>
                  <a:lnTo>
                    <a:pt x="754557" y="4526635"/>
                  </a:lnTo>
                  <a:lnTo>
                    <a:pt x="4595037" y="4526635"/>
                  </a:lnTo>
                  <a:lnTo>
                    <a:pt x="4644588" y="4525005"/>
                  </a:lnTo>
                  <a:lnTo>
                    <a:pt x="4693776" y="4520143"/>
                  </a:lnTo>
                  <a:lnTo>
                    <a:pt x="4742442" y="4512092"/>
                  </a:lnTo>
                  <a:lnTo>
                    <a:pt x="4790425" y="4500894"/>
                  </a:lnTo>
                  <a:lnTo>
                    <a:pt x="4837565" y="4486591"/>
                  </a:lnTo>
                  <a:lnTo>
                    <a:pt x="4883700" y="4469226"/>
                  </a:lnTo>
                  <a:lnTo>
                    <a:pt x="4928671" y="4448842"/>
                  </a:lnTo>
                  <a:lnTo>
                    <a:pt x="4972316" y="4425480"/>
                  </a:lnTo>
                  <a:lnTo>
                    <a:pt x="5014410" y="4399306"/>
                  </a:lnTo>
                  <a:lnTo>
                    <a:pt x="5054521" y="4370537"/>
                  </a:lnTo>
                  <a:lnTo>
                    <a:pt x="5092567" y="4339280"/>
                  </a:lnTo>
                  <a:lnTo>
                    <a:pt x="5128599" y="4305506"/>
                  </a:lnTo>
                  <a:lnTo>
                    <a:pt x="5162240" y="4269565"/>
                  </a:lnTo>
                  <a:lnTo>
                    <a:pt x="5193374" y="4231630"/>
                  </a:lnTo>
                  <a:lnTo>
                    <a:pt x="5222193" y="4191474"/>
                  </a:lnTo>
                  <a:lnTo>
                    <a:pt x="5248440" y="4149356"/>
                  </a:lnTo>
                  <a:lnTo>
                    <a:pt x="5271745" y="4105711"/>
                  </a:lnTo>
                  <a:lnTo>
                    <a:pt x="5292116" y="4060740"/>
                  </a:lnTo>
                  <a:lnTo>
                    <a:pt x="5309490" y="4014605"/>
                  </a:lnTo>
                  <a:lnTo>
                    <a:pt x="5323812" y="3967465"/>
                  </a:lnTo>
                  <a:lnTo>
                    <a:pt x="5335029" y="3919482"/>
                  </a:lnTo>
                  <a:lnTo>
                    <a:pt x="5343095" y="3870816"/>
                  </a:lnTo>
                  <a:lnTo>
                    <a:pt x="5347964" y="3821628"/>
                  </a:lnTo>
                  <a:lnTo>
                    <a:pt x="5349595" y="3772077"/>
                  </a:lnTo>
                  <a:lnTo>
                    <a:pt x="5349583" y="754557"/>
                  </a:lnTo>
                  <a:lnTo>
                    <a:pt x="5347965" y="705363"/>
                  </a:lnTo>
                  <a:lnTo>
                    <a:pt x="5343103" y="656174"/>
                  </a:lnTo>
                  <a:lnTo>
                    <a:pt x="5335052" y="607508"/>
                  </a:lnTo>
                  <a:lnTo>
                    <a:pt x="5323854" y="559525"/>
                  </a:lnTo>
                  <a:lnTo>
                    <a:pt x="5309551" y="512385"/>
                  </a:lnTo>
                  <a:lnTo>
                    <a:pt x="5292186" y="466250"/>
                  </a:lnTo>
                  <a:lnTo>
                    <a:pt x="5271802" y="421279"/>
                  </a:lnTo>
                  <a:lnTo>
                    <a:pt x="5248440" y="377634"/>
                  </a:lnTo>
                  <a:lnTo>
                    <a:pt x="5222251" y="335517"/>
                  </a:lnTo>
                  <a:lnTo>
                    <a:pt x="5193447" y="295360"/>
                  </a:lnTo>
                  <a:lnTo>
                    <a:pt x="5162146" y="257269"/>
                  </a:lnTo>
                  <a:lnTo>
                    <a:pt x="5128466" y="221351"/>
                  </a:lnTo>
                  <a:lnTo>
                    <a:pt x="5092525" y="187710"/>
                  </a:lnTo>
                  <a:lnTo>
                    <a:pt x="5054440" y="156453"/>
                  </a:lnTo>
                  <a:lnTo>
                    <a:pt x="5014332" y="127684"/>
                  </a:lnTo>
                  <a:lnTo>
                    <a:pt x="4972316" y="101511"/>
                  </a:lnTo>
                  <a:lnTo>
                    <a:pt x="4928565" y="78149"/>
                  </a:lnTo>
                  <a:lnTo>
                    <a:pt x="4883545" y="57764"/>
                  </a:lnTo>
                  <a:lnTo>
                    <a:pt x="4837403" y="40399"/>
                  </a:lnTo>
                  <a:lnTo>
                    <a:pt x="4790287" y="26096"/>
                  </a:lnTo>
                  <a:lnTo>
                    <a:pt x="4742345" y="14898"/>
                  </a:lnTo>
                  <a:lnTo>
                    <a:pt x="4693724" y="6847"/>
                  </a:lnTo>
                  <a:lnTo>
                    <a:pt x="4644572" y="1985"/>
                  </a:lnTo>
                  <a:lnTo>
                    <a:pt x="4595037" y="355"/>
                  </a:lnTo>
                  <a:lnTo>
                    <a:pt x="754913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355" y="754557"/>
                  </a:moveTo>
                  <a:lnTo>
                    <a:pt x="1985" y="705018"/>
                  </a:lnTo>
                  <a:lnTo>
                    <a:pt x="6847" y="655863"/>
                  </a:lnTo>
                  <a:lnTo>
                    <a:pt x="14898" y="607241"/>
                  </a:lnTo>
                  <a:lnTo>
                    <a:pt x="26096" y="559298"/>
                  </a:lnTo>
                  <a:lnTo>
                    <a:pt x="40399" y="512183"/>
                  </a:lnTo>
                  <a:lnTo>
                    <a:pt x="57764" y="466043"/>
                  </a:lnTo>
                  <a:lnTo>
                    <a:pt x="78149" y="421025"/>
                  </a:lnTo>
                  <a:lnTo>
                    <a:pt x="101511" y="377278"/>
                  </a:lnTo>
                  <a:lnTo>
                    <a:pt x="127684" y="335263"/>
                  </a:lnTo>
                  <a:lnTo>
                    <a:pt x="156453" y="295154"/>
                  </a:lnTo>
                  <a:lnTo>
                    <a:pt x="187710" y="257070"/>
                  </a:lnTo>
                  <a:lnTo>
                    <a:pt x="221351" y="221129"/>
                  </a:lnTo>
                  <a:lnTo>
                    <a:pt x="257269" y="187448"/>
                  </a:lnTo>
                  <a:lnTo>
                    <a:pt x="295360" y="156147"/>
                  </a:lnTo>
                  <a:lnTo>
                    <a:pt x="335517" y="127343"/>
                  </a:lnTo>
                  <a:lnTo>
                    <a:pt x="377634" y="101155"/>
                  </a:lnTo>
                  <a:lnTo>
                    <a:pt x="421279" y="77789"/>
                  </a:lnTo>
                  <a:lnTo>
                    <a:pt x="466250" y="57403"/>
                  </a:lnTo>
                  <a:lnTo>
                    <a:pt x="512385" y="40038"/>
                  </a:lnTo>
                  <a:lnTo>
                    <a:pt x="559525" y="25736"/>
                  </a:lnTo>
                  <a:lnTo>
                    <a:pt x="607508" y="14539"/>
                  </a:lnTo>
                  <a:lnTo>
                    <a:pt x="656174" y="6490"/>
                  </a:lnTo>
                  <a:lnTo>
                    <a:pt x="705363" y="1629"/>
                  </a:lnTo>
                  <a:lnTo>
                    <a:pt x="754913" y="0"/>
                  </a:lnTo>
                  <a:lnTo>
                    <a:pt x="4595037" y="355"/>
                  </a:lnTo>
                  <a:lnTo>
                    <a:pt x="4644572" y="1985"/>
                  </a:lnTo>
                  <a:lnTo>
                    <a:pt x="4693724" y="6847"/>
                  </a:lnTo>
                  <a:lnTo>
                    <a:pt x="4742345" y="14898"/>
                  </a:lnTo>
                  <a:lnTo>
                    <a:pt x="4790287" y="26096"/>
                  </a:lnTo>
                  <a:lnTo>
                    <a:pt x="4837403" y="40399"/>
                  </a:lnTo>
                  <a:lnTo>
                    <a:pt x="4883545" y="57764"/>
                  </a:lnTo>
                  <a:lnTo>
                    <a:pt x="4928565" y="78149"/>
                  </a:lnTo>
                  <a:lnTo>
                    <a:pt x="4972316" y="101511"/>
                  </a:lnTo>
                  <a:lnTo>
                    <a:pt x="5014332" y="127684"/>
                  </a:lnTo>
                  <a:lnTo>
                    <a:pt x="5054440" y="156453"/>
                  </a:lnTo>
                  <a:lnTo>
                    <a:pt x="5092525" y="187710"/>
                  </a:lnTo>
                  <a:lnTo>
                    <a:pt x="5128466" y="221351"/>
                  </a:lnTo>
                  <a:lnTo>
                    <a:pt x="5162146" y="257269"/>
                  </a:lnTo>
                  <a:lnTo>
                    <a:pt x="5193447" y="295360"/>
                  </a:lnTo>
                  <a:lnTo>
                    <a:pt x="5222251" y="335517"/>
                  </a:lnTo>
                  <a:lnTo>
                    <a:pt x="5248440" y="377634"/>
                  </a:lnTo>
                  <a:lnTo>
                    <a:pt x="5271802" y="421279"/>
                  </a:lnTo>
                  <a:lnTo>
                    <a:pt x="5292186" y="466250"/>
                  </a:lnTo>
                  <a:lnTo>
                    <a:pt x="5309551" y="512385"/>
                  </a:lnTo>
                  <a:lnTo>
                    <a:pt x="5323854" y="559525"/>
                  </a:lnTo>
                  <a:lnTo>
                    <a:pt x="5335052" y="607508"/>
                  </a:lnTo>
                  <a:lnTo>
                    <a:pt x="5343103" y="656174"/>
                  </a:lnTo>
                  <a:lnTo>
                    <a:pt x="5347965" y="705363"/>
                  </a:lnTo>
                  <a:lnTo>
                    <a:pt x="5349595" y="754913"/>
                  </a:lnTo>
                  <a:lnTo>
                    <a:pt x="5349595" y="3772077"/>
                  </a:lnTo>
                  <a:lnTo>
                    <a:pt x="5347965" y="3821612"/>
                  </a:lnTo>
                  <a:lnTo>
                    <a:pt x="5343103" y="3870764"/>
                  </a:lnTo>
                  <a:lnTo>
                    <a:pt x="5335052" y="3919385"/>
                  </a:lnTo>
                  <a:lnTo>
                    <a:pt x="5323854" y="3967327"/>
                  </a:lnTo>
                  <a:lnTo>
                    <a:pt x="5309551" y="4014443"/>
                  </a:lnTo>
                  <a:lnTo>
                    <a:pt x="5292186" y="4060585"/>
                  </a:lnTo>
                  <a:lnTo>
                    <a:pt x="5271802" y="4105605"/>
                  </a:lnTo>
                  <a:lnTo>
                    <a:pt x="5248440" y="4149356"/>
                  </a:lnTo>
                  <a:lnTo>
                    <a:pt x="5222266" y="4191372"/>
                  </a:lnTo>
                  <a:lnTo>
                    <a:pt x="5193497" y="4231480"/>
                  </a:lnTo>
                  <a:lnTo>
                    <a:pt x="5162240" y="4269565"/>
                  </a:lnTo>
                  <a:lnTo>
                    <a:pt x="5128599" y="4305506"/>
                  </a:lnTo>
                  <a:lnTo>
                    <a:pt x="5092681" y="4339186"/>
                  </a:lnTo>
                  <a:lnTo>
                    <a:pt x="5054590" y="4370487"/>
                  </a:lnTo>
                  <a:lnTo>
                    <a:pt x="5014434" y="4399291"/>
                  </a:lnTo>
                  <a:lnTo>
                    <a:pt x="4972316" y="4425480"/>
                  </a:lnTo>
                  <a:lnTo>
                    <a:pt x="4928671" y="4448842"/>
                  </a:lnTo>
                  <a:lnTo>
                    <a:pt x="4883700" y="4469226"/>
                  </a:lnTo>
                  <a:lnTo>
                    <a:pt x="4837565" y="4486591"/>
                  </a:lnTo>
                  <a:lnTo>
                    <a:pt x="4790425" y="4500894"/>
                  </a:lnTo>
                  <a:lnTo>
                    <a:pt x="4742442" y="4512092"/>
                  </a:lnTo>
                  <a:lnTo>
                    <a:pt x="4693776" y="4520143"/>
                  </a:lnTo>
                  <a:lnTo>
                    <a:pt x="4644588" y="4525005"/>
                  </a:lnTo>
                  <a:lnTo>
                    <a:pt x="4595037" y="4526635"/>
                  </a:lnTo>
                  <a:lnTo>
                    <a:pt x="754557" y="4526635"/>
                  </a:lnTo>
                  <a:lnTo>
                    <a:pt x="705018" y="4525005"/>
                  </a:lnTo>
                  <a:lnTo>
                    <a:pt x="655863" y="4520143"/>
                  </a:lnTo>
                  <a:lnTo>
                    <a:pt x="607241" y="4512092"/>
                  </a:lnTo>
                  <a:lnTo>
                    <a:pt x="559298" y="4500894"/>
                  </a:lnTo>
                  <a:lnTo>
                    <a:pt x="512183" y="4486591"/>
                  </a:lnTo>
                  <a:lnTo>
                    <a:pt x="466043" y="4469226"/>
                  </a:lnTo>
                  <a:lnTo>
                    <a:pt x="421025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0" y="4339280"/>
                  </a:lnTo>
                  <a:lnTo>
                    <a:pt x="221129" y="4305639"/>
                  </a:lnTo>
                  <a:lnTo>
                    <a:pt x="187448" y="4269721"/>
                  </a:lnTo>
                  <a:lnTo>
                    <a:pt x="156147" y="4231630"/>
                  </a:lnTo>
                  <a:lnTo>
                    <a:pt x="127343" y="4191474"/>
                  </a:lnTo>
                  <a:lnTo>
                    <a:pt x="101155" y="4149356"/>
                  </a:lnTo>
                  <a:lnTo>
                    <a:pt x="77789" y="4105711"/>
                  </a:lnTo>
                  <a:lnTo>
                    <a:pt x="57403" y="4060740"/>
                  </a:lnTo>
                  <a:lnTo>
                    <a:pt x="40038" y="4014605"/>
                  </a:lnTo>
                  <a:lnTo>
                    <a:pt x="25736" y="3967465"/>
                  </a:lnTo>
                  <a:lnTo>
                    <a:pt x="14539" y="3919482"/>
                  </a:lnTo>
                  <a:lnTo>
                    <a:pt x="6490" y="3870816"/>
                  </a:lnTo>
                  <a:lnTo>
                    <a:pt x="1629" y="3821628"/>
                  </a:lnTo>
                  <a:lnTo>
                    <a:pt x="0" y="3772077"/>
                  </a:lnTo>
                  <a:lnTo>
                    <a:pt x="355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581419" y="2951543"/>
            <a:ext cx="4555490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SECURITY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stateless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authentication.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authorization: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bcrypt.js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secure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password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input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sanitization.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limiting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logging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resilience.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Conclusion</a:t>
            </a:r>
            <a:endParaRPr spc="45" dirty="0"/>
          </a:p>
        </p:txBody>
      </p:sp>
      <p:sp>
        <p:nvSpPr>
          <p:cNvPr id="3" name="object 3"/>
          <p:cNvSpPr txBox="1"/>
          <p:nvPr/>
        </p:nvSpPr>
        <p:spPr>
          <a:xfrm>
            <a:off x="735736" y="1056500"/>
            <a:ext cx="190055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What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5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project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delivers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9757" y="1537550"/>
            <a:ext cx="2457450" cy="2045970"/>
            <a:chOff x="599757" y="1537550"/>
            <a:chExt cx="2457450" cy="204597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1537550"/>
              <a:ext cx="2457361" cy="20455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972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87298" y="2194826"/>
            <a:ext cx="140589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Secure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250" spc="-3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250" spc="-1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matrix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34397" y="1537550"/>
            <a:ext cx="2457450" cy="2045970"/>
            <a:chOff x="3434397" y="1537550"/>
            <a:chExt cx="2457450" cy="2045970"/>
          </a:xfrm>
        </p:grpSpPr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34397" y="1537550"/>
              <a:ext cx="2457361" cy="20455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7436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721938" y="2194826"/>
            <a:ext cx="145288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Scalable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27686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Layered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Node.js architecture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69037" y="1537550"/>
            <a:ext cx="2457450" cy="2045970"/>
            <a:chOff x="6269037" y="1537550"/>
            <a:chExt cx="2457450" cy="2045970"/>
          </a:xfrm>
        </p:grpSpPr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269037" y="1537550"/>
              <a:ext cx="2457361" cy="2045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0900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556578" y="2194826"/>
            <a:ext cx="150622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100"/>
              </a:spcBef>
            </a:pPr>
            <a:r>
              <a:rPr sz="1900" b="1" spc="-8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Intelligent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40576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AI</a:t>
            </a:r>
            <a:r>
              <a:rPr sz="1250" spc="-4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generation</a:t>
            </a:r>
            <a:r>
              <a:rPr sz="1250" spc="-4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summarization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03677" y="1537550"/>
            <a:ext cx="2457450" cy="2045970"/>
            <a:chOff x="9103677" y="1537550"/>
            <a:chExt cx="2457450" cy="2045970"/>
          </a:xfrm>
        </p:grpSpPr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03677" y="1537550"/>
              <a:ext cx="2457361" cy="20455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14364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391218" y="2194826"/>
            <a:ext cx="1653539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Manageable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37274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Blogs,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comments,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categories</a:t>
            </a:r>
            <a:r>
              <a:rPr sz="1250" spc="-3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sz="1250" spc="-2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2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tags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-53184" y="4009936"/>
            <a:ext cx="12187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odern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REST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API,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MongoDB-backed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management,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role-based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security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and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Generative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AI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to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create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7F9FB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9881" y="5423395"/>
            <a:ext cx="3189605" cy="464184"/>
            <a:chOff x="4439881" y="5423395"/>
            <a:chExt cx="3189605" cy="464184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9881" y="5423395"/>
              <a:ext cx="318923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79835" y="5440324"/>
              <a:ext cx="3109595" cy="384810"/>
            </a:xfrm>
            <a:custGeom>
              <a:avLst/>
              <a:gdLst/>
              <a:ahLst/>
              <a:cxnLst/>
              <a:rect l="l" t="t" r="r" b="b"/>
              <a:pathLst>
                <a:path w="31095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3045244" y="384479"/>
                  </a:lnTo>
                  <a:lnTo>
                    <a:pt x="3084281" y="371115"/>
                  </a:lnTo>
                  <a:lnTo>
                    <a:pt x="3107166" y="336954"/>
                  </a:lnTo>
                  <a:lnTo>
                    <a:pt x="3109328" y="320395"/>
                  </a:lnTo>
                  <a:lnTo>
                    <a:pt x="3109304" y="64071"/>
                  </a:lnTo>
                  <a:lnTo>
                    <a:pt x="3095963" y="25397"/>
                  </a:lnTo>
                  <a:lnTo>
                    <a:pt x="3061803" y="2516"/>
                  </a:lnTo>
                  <a:lnTo>
                    <a:pt x="3045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611215" y="5535980"/>
            <a:ext cx="8458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THANK</a:t>
            </a:r>
            <a:r>
              <a:rPr sz="1100" spc="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7F9FB"/>
                </a:solidFill>
                <a:latin typeface="Arial MT"/>
                <a:cs typeface="Arial MT"/>
              </a:rPr>
              <a:t>YOU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3521</Words>
  <Application>WPS Presentation</Application>
  <PresentationFormat>On-screen Show (4:3)</PresentationFormat>
  <Paragraphs>228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Arial MT</vt:lpstr>
      <vt:lpstr>Times New Roman</vt:lpstr>
      <vt:lpstr>Arial</vt:lpstr>
      <vt:lpstr>Microsoft Sans Serif</vt:lpstr>
      <vt:lpstr>Tahoma</vt:lpstr>
      <vt:lpstr>Microsoft YaHei</vt:lpstr>
      <vt:lpstr>Arial Unicode MS</vt:lpstr>
      <vt:lpstr>Calibri</vt:lpstr>
      <vt:lpstr>TimesNewRomanPS</vt:lpstr>
      <vt:lpstr>Calibri</vt:lpstr>
      <vt:lpstr>Noto Serif</vt:lpstr>
      <vt:lpstr>Liberation Mono</vt:lpstr>
      <vt:lpstr>Office Theme</vt:lpstr>
      <vt:lpstr>PowerPoint 演示文稿</vt:lpstr>
      <vt:lpstr>Project Overview</vt:lpstr>
      <vt:lpstr>System Architecture</vt:lpstr>
      <vt:lpstr>User &amp; API Flow</vt:lpstr>
      <vt:lpstr>MVC + Database Design</vt:lpstr>
      <vt:lpstr>AI Features &amp; Security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acer</cp:lastModifiedBy>
  <cp:revision>5</cp:revision>
  <dcterms:created xsi:type="dcterms:W3CDTF">2026-09-28T05:50:00Z</dcterms:created>
  <dcterms:modified xsi:type="dcterms:W3CDTF">2026-09-30T17:14:45Z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2026-09-28T11:00:00Z</vt:filetime>
  </property>
  <property fmtid="{D5CDD505-2E9C-101B-9397-08002B2CF9AE}" pid="4" name="Creator">
    <vt:lpwstr>Impress</vt:lpwstr>
  </property>
  <property fmtid="{D5CDD505-2E9C-101B-9397-08002B2CF9AE}" pid="5" name="Producer">
    <vt:lpwstr>LibreOfficeDev 24.8.7.2.0 (AARCH64) / LibreOffice Community</vt:lpwstr>
  </property>
  <property fmtid="{D5CDD505-2E9C-101B-9397-08002B2CF9AE}" pid="6" name="LastSaved">
    <vt:filetime>2026-09-28T11:00:00Z</vt:filetime>
  </property>
  <property fmtid="{D5CDD505-2E9C-101B-9397-08002B2CF9AE}" pid="7" name="KSOProductBuildVer">
    <vt:lpwstr>1033-12.1.0.28485</vt:lpwstr>
  </property>
  <property fmtid="{D5CDD505-2E9C-101B-9397-08002B2CF9AE}" pid="8" name="ICV">
    <vt:lpwstr>E6EDB5038F544D46B4C394C8AD80102C_12</vt:lpwstr>
  </property>
</Properties>
</file>